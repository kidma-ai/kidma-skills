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5143500" cx="9144000"/>
  <p:notesSz cx="5143500" cy="9144000"/>
  <p:embeddedFontLst>
    <p:embeddedFont>
      <p:font typeface="Rubik Medium"/>
      <p:regular r:id="rId27"/>
      <p:bold r:id="rId28"/>
      <p:italic r:id="rId29"/>
      <p:boldItalic r:id="rId30"/>
    </p:embeddedFont>
    <p:embeddedFont>
      <p:font typeface="Rubik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font" Target="fonts/RubikMedium-bold.fntdata"/><Relationship Id="rId27" Type="http://schemas.openxmlformats.org/officeDocument/2006/relationships/font" Target="fonts/RubikMedium-regular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RubikMedium-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font" Target="fonts/Rubik-regular.fntdata"/><Relationship Id="rId30" Type="http://schemas.openxmlformats.org/officeDocument/2006/relationships/font" Target="fonts/RubikMedium-boldItalic.fntdata"/><Relationship Id="rId11" Type="http://schemas.openxmlformats.org/officeDocument/2006/relationships/slide" Target="slides/slide7.xml"/><Relationship Id="rId33" Type="http://schemas.openxmlformats.org/officeDocument/2006/relationships/font" Target="fonts/Rubik-italic.fntdata"/><Relationship Id="rId10" Type="http://schemas.openxmlformats.org/officeDocument/2006/relationships/slide" Target="slides/slide6.xml"/><Relationship Id="rId32" Type="http://schemas.openxmlformats.org/officeDocument/2006/relationships/font" Target="fonts/Rubik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34" Type="http://schemas.openxmlformats.org/officeDocument/2006/relationships/font" Target="fonts/Rubik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c82392c357_0_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c82392c357_0_7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3c82392c357_0_7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d187e7854a_0_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d187e7854a_0_7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g3d187e7854a_0_7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d187e7854a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3d187e7854a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d187e7854a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d187e7854a_0_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d187e7854a_0_4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g3d187e7854a_0_4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d187e7854a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d187e7854a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g3d187e7854a_0_47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d187e7854a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d187e7854a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g3d187e7854a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d187e7854a_0_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d187e7854a_0_5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g3d187e7854a_0_5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d187e7854a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d187e7854a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d187e7854a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d187e7854a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d187e7854a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g3d187e7854a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d187e7854a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3d187e7854a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g3d187e7854a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3d187e7854a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3d187e7854a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d187e7854a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d187e7854a_0_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d187e7854a_0_6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g3d187e7854a_0_6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3" name="Google Shape;29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c82392c357_0_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7" name="Google Shape;317;g3c82392c357_0_8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g3c82392c357_0_8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" name="Google Shape;330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8" name="Google Shape;34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8" name="Google Shape;368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" name="Google Shape;369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0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2" name="Google Shape;39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8" name="Google Shape;40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0" name="Google Shape;440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pic>
        <p:nvPicPr>
          <p:cNvPr id="16" name="Google Shape;16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2203" y="152311"/>
            <a:ext cx="551000" cy="555324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>
              <a:buNone/>
              <a:defRPr sz="13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>
              <a:buNone/>
              <a:defRPr sz="13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>
              <a:buNone/>
              <a:defRPr sz="13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>
              <a:buNone/>
              <a:defRPr sz="13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>
              <a:buNone/>
              <a:defRPr sz="13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>
              <a:buNone/>
              <a:defRPr sz="13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>
              <a:buNone/>
              <a:defRPr sz="13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>
              <a:buNone/>
              <a:defRPr sz="13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311700" y="3620112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21" name="Google Shape;21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2203" y="152311"/>
            <a:ext cx="551000" cy="555324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 sz="13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1pPr>
            <a:lvl2pPr lvl="1">
              <a:buNone/>
              <a:defRPr sz="13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>
              <a:buNone/>
              <a:defRPr sz="13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>
              <a:buNone/>
              <a:defRPr sz="13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>
              <a:buNone/>
              <a:defRPr sz="13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>
              <a:buNone/>
              <a:defRPr sz="13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>
              <a:buNone/>
              <a:defRPr sz="13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>
              <a:buNone/>
              <a:defRPr sz="13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>
              <a:buNone/>
              <a:defRPr sz="13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" name="Google Shape;23;p3"/>
          <p:cNvSpPr/>
          <p:nvPr/>
        </p:nvSpPr>
        <p:spPr>
          <a:xfrm>
            <a:off x="274320" y="4663440"/>
            <a:ext cx="8595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זכויות יוצרים © 2026 קידמה</a:t>
            </a:r>
            <a:r>
              <a:rPr lang="en-US" sz="1000">
                <a:solidFill>
                  <a:schemeClr val="dk1"/>
                </a:solidFill>
              </a:rPr>
              <a:t> 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טכנולוגיות וח</a:t>
            </a:r>
            <a:r>
              <a:rPr lang="en-US" sz="1000">
                <a:solidFill>
                  <a:schemeClr val="dk1"/>
                </a:solidFill>
              </a:rPr>
              <a:t>ינוך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בע"מ | כל הזכויות שמורות | </a:t>
            </a:r>
            <a:r>
              <a:rPr lang="en-US" sz="1000">
                <a:solidFill>
                  <a:schemeClr val="dk1"/>
                </a:solidFill>
              </a:rPr>
              <a:t>תוכן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ז</a:t>
            </a:r>
            <a:r>
              <a:rPr lang="en-US" sz="1000">
                <a:solidFill>
                  <a:schemeClr val="dk1"/>
                </a:solidFill>
              </a:rPr>
              <a:t>ה</a:t>
            </a:r>
            <a:r>
              <a:rPr b="0" i="0" lang="en-US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מיועד לשימוש בלעדי על ידי מדריכים מורשים של קידמה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7" name="Google Shape;27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9575" y="152300"/>
            <a:ext cx="433626" cy="43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idx="1" type="body"/>
          </p:nvPr>
        </p:nvSpPr>
        <p:spPr>
          <a:xfrm>
            <a:off x="311700" y="1399047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1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1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1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1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1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1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" name="Google Shape;31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9575" y="152300"/>
            <a:ext cx="433626" cy="4370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673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311700" y="673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11700" y="13810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1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1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1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1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1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1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1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1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1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832400" y="13810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rtl="1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1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1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1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1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1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1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1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1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8" name="Google Shape;38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9575" y="152300"/>
            <a:ext cx="433626" cy="43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41" name="Google Shape;41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9575" y="152300"/>
            <a:ext cx="433626" cy="437025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7"/>
          <p:cNvSpPr txBox="1"/>
          <p:nvPr>
            <p:ph type="title"/>
          </p:nvPr>
        </p:nvSpPr>
        <p:spPr>
          <a:xfrm>
            <a:off x="311700" y="673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" name="Google Shape;45;p8"/>
          <p:cNvSpPr txBox="1"/>
          <p:nvPr>
            <p:ph idx="1" type="body"/>
          </p:nvPr>
        </p:nvSpPr>
        <p:spPr>
          <a:xfrm>
            <a:off x="4131275" y="1457275"/>
            <a:ext cx="4701000" cy="13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1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1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1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1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1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1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6" name="Google Shape;46;p8"/>
          <p:cNvSpPr txBox="1"/>
          <p:nvPr>
            <p:ph idx="2" type="body"/>
          </p:nvPr>
        </p:nvSpPr>
        <p:spPr>
          <a:xfrm>
            <a:off x="4131275" y="3268825"/>
            <a:ext cx="4701000" cy="13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pic>
        <p:nvPicPr>
          <p:cNvPr id="47" name="Google Shape;47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9575" y="152300"/>
            <a:ext cx="433626" cy="437025"/>
          </a:xfrm>
          <a:prstGeom prst="rect">
            <a:avLst/>
          </a:prstGeom>
          <a:noFill/>
          <a:ln>
            <a:noFill/>
          </a:ln>
        </p:spPr>
      </p:pic>
      <p:sp>
        <p:nvSpPr>
          <p:cNvPr id="48" name="Google Shape;48;p8"/>
          <p:cNvSpPr txBox="1"/>
          <p:nvPr>
            <p:ph type="title"/>
          </p:nvPr>
        </p:nvSpPr>
        <p:spPr>
          <a:xfrm>
            <a:off x="4131300" y="673625"/>
            <a:ext cx="4701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, content, image">
  <p:cSld name="TITLE_ONLY_1_1">
    <p:bg>
      <p:bgPr>
        <a:solidFill>
          <a:schemeClr val="lt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/>
          <p:nvPr>
            <p:ph type="title"/>
          </p:nvPr>
        </p:nvSpPr>
        <p:spPr>
          <a:xfrm>
            <a:off x="4549539" y="619900"/>
            <a:ext cx="4169400" cy="56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4514950" y="2910110"/>
            <a:ext cx="4169400" cy="13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3" name="Google Shape;53;p9"/>
          <p:cNvSpPr/>
          <p:nvPr>
            <p:ph idx="2" type="pic"/>
          </p:nvPr>
        </p:nvSpPr>
        <p:spPr>
          <a:xfrm>
            <a:off x="0" y="0"/>
            <a:ext cx="4131300" cy="51258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9"/>
          <p:cNvSpPr txBox="1"/>
          <p:nvPr>
            <p:ph idx="3" type="subTitle"/>
          </p:nvPr>
        </p:nvSpPr>
        <p:spPr>
          <a:xfrm>
            <a:off x="4514950" y="1800450"/>
            <a:ext cx="4203900" cy="9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pic>
        <p:nvPicPr>
          <p:cNvPr id="55" name="Google Shape;55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9575" y="152300"/>
            <a:ext cx="433626" cy="43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0"/>
          <p:cNvSpPr txBox="1"/>
          <p:nvPr>
            <p:ph type="title"/>
          </p:nvPr>
        </p:nvSpPr>
        <p:spPr>
          <a:xfrm>
            <a:off x="2194275" y="443875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58" name="Google Shape;5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59" name="Google Shape;59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9575" y="152300"/>
            <a:ext cx="433626" cy="43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2" name="Google Shape;62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3" name="Google Shape;63;p11"/>
          <p:cNvSpPr txBox="1"/>
          <p:nvPr>
            <p:ph idx="2" type="body"/>
          </p:nvPr>
        </p:nvSpPr>
        <p:spPr>
          <a:xfrm>
            <a:off x="524305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4" name="Google Shape;6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65" name="Google Shape;65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9575" y="152300"/>
            <a:ext cx="433626" cy="43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9" name="Google Shape;69;p12"/>
          <p:cNvSpPr txBox="1"/>
          <p:nvPr>
            <p:ph type="title"/>
          </p:nvPr>
        </p:nvSpPr>
        <p:spPr>
          <a:xfrm>
            <a:off x="4427250" y="1245750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rt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70" name="Google Shape;70;p12"/>
          <p:cNvSpPr txBox="1"/>
          <p:nvPr>
            <p:ph idx="2" type="subTitle"/>
          </p:nvPr>
        </p:nvSpPr>
        <p:spPr>
          <a:xfrm>
            <a:off x="4427250" y="2815650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pic>
        <p:nvPicPr>
          <p:cNvPr id="71" name="Google Shape;71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9575" y="152300"/>
            <a:ext cx="433626" cy="43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74" name="Google Shape;74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5" name="Google Shape;75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6" name="Google Shape;7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9575" y="152300"/>
            <a:ext cx="433626" cy="437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79" name="Google Shape;79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9575" y="152300"/>
            <a:ext cx="433626" cy="4370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4"/>
          <p:cNvSpPr/>
          <p:nvPr/>
        </p:nvSpPr>
        <p:spPr>
          <a:xfrm>
            <a:off x="274320" y="4663440"/>
            <a:ext cx="8595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זכויות יוצרים © 2026 קידמה</a:t>
            </a:r>
            <a:r>
              <a:rPr lang="en-US" sz="1000">
                <a:solidFill>
                  <a:srgbClr val="666666"/>
                </a:solidFill>
              </a:rPr>
              <a:t> 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טכנולוגיות וח</a:t>
            </a:r>
            <a:r>
              <a:rPr lang="en-US" sz="1000">
                <a:solidFill>
                  <a:schemeClr val="dk2"/>
                </a:solidFill>
              </a:rPr>
              <a:t>ינוך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בע"מ | כל הזכויות שמורות | </a:t>
            </a:r>
            <a:r>
              <a:rPr lang="en-US" sz="1000">
                <a:solidFill>
                  <a:srgbClr val="666666"/>
                </a:solidFill>
              </a:rPr>
              <a:t>תוכן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ז</a:t>
            </a:r>
            <a:r>
              <a:rPr lang="en-US" sz="1000">
                <a:solidFill>
                  <a:srgbClr val="666666"/>
                </a:solidFill>
              </a:rPr>
              <a:t>ה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מיועד לשימוש בלעדי על ידי מדריכים מורשים של קידמה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3">
  <p:cSld name="BLANK_1_3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83" name="Google Shape;83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9575" y="152300"/>
            <a:ext cx="433626" cy="4370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5"/>
          <p:cNvSpPr txBox="1"/>
          <p:nvPr>
            <p:ph type="title"/>
          </p:nvPr>
        </p:nvSpPr>
        <p:spPr>
          <a:xfrm>
            <a:off x="311700" y="673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5" name="Google Shape;85;p15"/>
          <p:cNvSpPr txBox="1"/>
          <p:nvPr>
            <p:ph idx="1" type="body"/>
          </p:nvPr>
        </p:nvSpPr>
        <p:spPr>
          <a:xfrm>
            <a:off x="4514950" y="2910110"/>
            <a:ext cx="4169400" cy="13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6" name="Google Shape;86;p15"/>
          <p:cNvSpPr txBox="1"/>
          <p:nvPr>
            <p:ph idx="2" type="subTitle"/>
          </p:nvPr>
        </p:nvSpPr>
        <p:spPr>
          <a:xfrm>
            <a:off x="4514950" y="1800450"/>
            <a:ext cx="4203900" cy="9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7" name="Google Shape;87;p15"/>
          <p:cNvSpPr/>
          <p:nvPr/>
        </p:nvSpPr>
        <p:spPr>
          <a:xfrm>
            <a:off x="274320" y="4663440"/>
            <a:ext cx="8595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זכויות יוצרים © 2026 קידמה</a:t>
            </a:r>
            <a:r>
              <a:rPr lang="en-US" sz="1000">
                <a:solidFill>
                  <a:srgbClr val="666666"/>
                </a:solidFill>
              </a:rPr>
              <a:t> 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טכנולוגיות וח</a:t>
            </a:r>
            <a:r>
              <a:rPr lang="en-US" sz="1000">
                <a:solidFill>
                  <a:schemeClr val="dk2"/>
                </a:solidFill>
              </a:rPr>
              <a:t>ינוך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בע"מ | כל הזכויות שמורות | </a:t>
            </a:r>
            <a:r>
              <a:rPr lang="en-US" sz="1000">
                <a:solidFill>
                  <a:srgbClr val="666666"/>
                </a:solidFill>
              </a:rPr>
              <a:t>תוכן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ז</a:t>
            </a:r>
            <a:r>
              <a:rPr lang="en-US" sz="1000">
                <a:solidFill>
                  <a:srgbClr val="666666"/>
                </a:solidFill>
              </a:rPr>
              <a:t>ה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מיועד לשימוש בלעדי על ידי מדריכים מורשים של קידמה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2">
  <p:cSld name="BLANK_1_2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FF70A3">
              <a:alpha val="301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93DC88">
              <a:alpha val="301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2" name="Google Shape;9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9575" y="152300"/>
            <a:ext cx="433626" cy="437025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6"/>
          <p:cNvSpPr txBox="1"/>
          <p:nvPr>
            <p:ph type="title"/>
          </p:nvPr>
        </p:nvSpPr>
        <p:spPr>
          <a:xfrm>
            <a:off x="311700" y="673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4" name="Google Shape;94;p16"/>
          <p:cNvSpPr txBox="1"/>
          <p:nvPr>
            <p:ph idx="1" type="body"/>
          </p:nvPr>
        </p:nvSpPr>
        <p:spPr>
          <a:xfrm>
            <a:off x="4514950" y="2910110"/>
            <a:ext cx="4169400" cy="13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6"/>
          <p:cNvSpPr txBox="1"/>
          <p:nvPr>
            <p:ph idx="2" type="subTitle"/>
          </p:nvPr>
        </p:nvSpPr>
        <p:spPr>
          <a:xfrm>
            <a:off x="4514950" y="1800450"/>
            <a:ext cx="4203900" cy="9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96" name="Google Shape;96;p16"/>
          <p:cNvSpPr/>
          <p:nvPr/>
        </p:nvSpPr>
        <p:spPr>
          <a:xfrm>
            <a:off x="274320" y="4663440"/>
            <a:ext cx="8595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זכויות יוצרים © 2026 קידמה</a:t>
            </a:r>
            <a:r>
              <a:rPr lang="en-US" sz="1000">
                <a:solidFill>
                  <a:srgbClr val="666666"/>
                </a:solidFill>
              </a:rPr>
              <a:t> 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טכנולוגיות וח</a:t>
            </a:r>
            <a:r>
              <a:rPr lang="en-US" sz="1000">
                <a:solidFill>
                  <a:schemeClr val="dk2"/>
                </a:solidFill>
              </a:rPr>
              <a:t>ינוך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בע"מ | כל הזכויות שמורות | </a:t>
            </a:r>
            <a:r>
              <a:rPr lang="en-US" sz="1000">
                <a:solidFill>
                  <a:srgbClr val="666666"/>
                </a:solidFill>
              </a:rPr>
              <a:t>תוכן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ז</a:t>
            </a:r>
            <a:r>
              <a:rPr lang="en-US" sz="1000">
                <a:solidFill>
                  <a:srgbClr val="666666"/>
                </a:solidFill>
              </a:rPr>
              <a:t>ה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מיועד לשימוש בלעדי על ידי מדריכים מורשים של קידמה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2 1">
  <p:cSld name="BLANK_1_2_1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FF70A3">
              <a:alpha val="301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" name="Google Shape;100;p17"/>
          <p:cNvSpPr/>
          <p:nvPr/>
        </p:nvSpPr>
        <p:spPr>
          <a:xfrm>
            <a:off x="-914400" y="2743200"/>
            <a:ext cx="2743200" cy="2743200"/>
          </a:xfrm>
          <a:prstGeom prst="ellipse">
            <a:avLst/>
          </a:prstGeom>
          <a:solidFill>
            <a:srgbClr val="2669F6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1" name="Google Shape;10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9575" y="152300"/>
            <a:ext cx="433626" cy="43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7"/>
          <p:cNvSpPr txBox="1"/>
          <p:nvPr>
            <p:ph type="title"/>
          </p:nvPr>
        </p:nvSpPr>
        <p:spPr>
          <a:xfrm>
            <a:off x="311700" y="673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3" name="Google Shape;103;p17"/>
          <p:cNvSpPr txBox="1"/>
          <p:nvPr>
            <p:ph idx="1" type="body"/>
          </p:nvPr>
        </p:nvSpPr>
        <p:spPr>
          <a:xfrm>
            <a:off x="4514950" y="2910110"/>
            <a:ext cx="4169400" cy="13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4" name="Google Shape;104;p17"/>
          <p:cNvSpPr txBox="1"/>
          <p:nvPr>
            <p:ph idx="2" type="subTitle"/>
          </p:nvPr>
        </p:nvSpPr>
        <p:spPr>
          <a:xfrm>
            <a:off x="4514950" y="1800450"/>
            <a:ext cx="4203900" cy="9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5" name="Google Shape;105;p17"/>
          <p:cNvSpPr/>
          <p:nvPr/>
        </p:nvSpPr>
        <p:spPr>
          <a:xfrm>
            <a:off x="274320" y="4663440"/>
            <a:ext cx="8595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זכויות יוצרים © 2026 קידמה</a:t>
            </a:r>
            <a:r>
              <a:rPr lang="en-US" sz="1000">
                <a:solidFill>
                  <a:srgbClr val="666666"/>
                </a:solidFill>
              </a:rPr>
              <a:t> 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טכנולוגיות וח</a:t>
            </a:r>
            <a:r>
              <a:rPr lang="en-US" sz="1000">
                <a:solidFill>
                  <a:schemeClr val="dk2"/>
                </a:solidFill>
              </a:rPr>
              <a:t>ינוך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בע"מ | כל הזכויות שמורות | </a:t>
            </a:r>
            <a:r>
              <a:rPr lang="en-US" sz="1000">
                <a:solidFill>
                  <a:srgbClr val="666666"/>
                </a:solidFill>
              </a:rPr>
              <a:t>תוכן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ז</a:t>
            </a:r>
            <a:r>
              <a:rPr lang="en-US" sz="1000">
                <a:solidFill>
                  <a:srgbClr val="666666"/>
                </a:solidFill>
              </a:rPr>
              <a:t>ה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מיועד לשימוש בלעדי על ידי מדריכים מורשים של קידמה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2 1 1">
  <p:cSld name="BLANK_1_2_1_1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8"/>
          <p:cNvSpPr/>
          <p:nvPr/>
        </p:nvSpPr>
        <p:spPr>
          <a:xfrm>
            <a:off x="7141950" y="3488425"/>
            <a:ext cx="2743200" cy="2743200"/>
          </a:xfrm>
          <a:prstGeom prst="ellipse">
            <a:avLst/>
          </a:prstGeom>
          <a:solidFill>
            <a:srgbClr val="2669F6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18"/>
          <p:cNvSpPr/>
          <p:nvPr/>
        </p:nvSpPr>
        <p:spPr>
          <a:xfrm>
            <a:off x="-690075" y="-1139912"/>
            <a:ext cx="2743200" cy="2743200"/>
          </a:xfrm>
          <a:prstGeom prst="ellipse">
            <a:avLst/>
          </a:prstGeom>
          <a:solidFill>
            <a:srgbClr val="FF70A3">
              <a:alpha val="301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9" name="Google Shape;109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9575" y="152300"/>
            <a:ext cx="433626" cy="43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1" name="Google Shape;111;p18"/>
          <p:cNvSpPr txBox="1"/>
          <p:nvPr>
            <p:ph type="title"/>
          </p:nvPr>
        </p:nvSpPr>
        <p:spPr>
          <a:xfrm>
            <a:off x="311700" y="673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2" name="Google Shape;112;p18"/>
          <p:cNvSpPr txBox="1"/>
          <p:nvPr>
            <p:ph idx="1" type="body"/>
          </p:nvPr>
        </p:nvSpPr>
        <p:spPr>
          <a:xfrm>
            <a:off x="4514950" y="2910110"/>
            <a:ext cx="4169400" cy="13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3" name="Google Shape;113;p18"/>
          <p:cNvSpPr txBox="1"/>
          <p:nvPr>
            <p:ph idx="2" type="subTitle"/>
          </p:nvPr>
        </p:nvSpPr>
        <p:spPr>
          <a:xfrm>
            <a:off x="4514950" y="1800450"/>
            <a:ext cx="4203900" cy="9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4" name="Google Shape;114;p18"/>
          <p:cNvSpPr/>
          <p:nvPr/>
        </p:nvSpPr>
        <p:spPr>
          <a:xfrm>
            <a:off x="274320" y="4663440"/>
            <a:ext cx="8595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זכויות יוצרים © 2026 קידמה</a:t>
            </a:r>
            <a:r>
              <a:rPr lang="en-US" sz="1000">
                <a:solidFill>
                  <a:srgbClr val="666666"/>
                </a:solidFill>
              </a:rPr>
              <a:t> 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טכנולוגיות וח</a:t>
            </a:r>
            <a:r>
              <a:rPr lang="en-US" sz="1000">
                <a:solidFill>
                  <a:schemeClr val="dk2"/>
                </a:solidFill>
              </a:rPr>
              <a:t>ינוך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בע"מ | כל הזכויות שמורות | </a:t>
            </a:r>
            <a:r>
              <a:rPr lang="en-US" sz="1000">
                <a:solidFill>
                  <a:srgbClr val="666666"/>
                </a:solidFill>
              </a:rPr>
              <a:t>תוכן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ז</a:t>
            </a:r>
            <a:r>
              <a:rPr lang="en-US" sz="1000">
                <a:solidFill>
                  <a:srgbClr val="666666"/>
                </a:solidFill>
              </a:rPr>
              <a:t>ה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מיועד לשימוש בלעדי על ידי מדריכים מורשים של קידמה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2 1 1 1">
  <p:cSld name="BLANK_1_2_1_1_1"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9"/>
          <p:cNvSpPr/>
          <p:nvPr/>
        </p:nvSpPr>
        <p:spPr>
          <a:xfrm>
            <a:off x="7141950" y="3488425"/>
            <a:ext cx="2743200" cy="2743200"/>
          </a:xfrm>
          <a:prstGeom prst="ellipse">
            <a:avLst/>
          </a:prstGeom>
          <a:solidFill>
            <a:srgbClr val="93DC88">
              <a:alpha val="301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9"/>
          <p:cNvSpPr/>
          <p:nvPr/>
        </p:nvSpPr>
        <p:spPr>
          <a:xfrm>
            <a:off x="-690075" y="-1139912"/>
            <a:ext cx="2743200" cy="2743200"/>
          </a:xfrm>
          <a:prstGeom prst="ellipse">
            <a:avLst/>
          </a:prstGeom>
          <a:solidFill>
            <a:srgbClr val="FF70A3">
              <a:alpha val="301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9575" y="152300"/>
            <a:ext cx="433626" cy="43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0" name="Google Shape;120;p19"/>
          <p:cNvSpPr txBox="1"/>
          <p:nvPr>
            <p:ph type="title"/>
          </p:nvPr>
        </p:nvSpPr>
        <p:spPr>
          <a:xfrm>
            <a:off x="311700" y="673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19"/>
          <p:cNvSpPr txBox="1"/>
          <p:nvPr>
            <p:ph idx="1" type="body"/>
          </p:nvPr>
        </p:nvSpPr>
        <p:spPr>
          <a:xfrm>
            <a:off x="4514950" y="2910110"/>
            <a:ext cx="4169400" cy="13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2" name="Google Shape;122;p19"/>
          <p:cNvSpPr txBox="1"/>
          <p:nvPr>
            <p:ph idx="2" type="subTitle"/>
          </p:nvPr>
        </p:nvSpPr>
        <p:spPr>
          <a:xfrm>
            <a:off x="4514950" y="1800450"/>
            <a:ext cx="4203900" cy="9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3" name="Google Shape;123;p19"/>
          <p:cNvSpPr/>
          <p:nvPr/>
        </p:nvSpPr>
        <p:spPr>
          <a:xfrm>
            <a:off x="274320" y="4663440"/>
            <a:ext cx="8595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זכויות יוצרים © 2026 קידמה</a:t>
            </a:r>
            <a:r>
              <a:rPr lang="en-US" sz="1000">
                <a:solidFill>
                  <a:srgbClr val="666666"/>
                </a:solidFill>
              </a:rPr>
              <a:t> 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טכנולוגיות וח</a:t>
            </a:r>
            <a:r>
              <a:rPr lang="en-US" sz="1000">
                <a:solidFill>
                  <a:schemeClr val="dk2"/>
                </a:solidFill>
              </a:rPr>
              <a:t>ינוך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בע"מ | כל הזכויות שמורות | </a:t>
            </a:r>
            <a:r>
              <a:rPr lang="en-US" sz="1000">
                <a:solidFill>
                  <a:srgbClr val="666666"/>
                </a:solidFill>
              </a:rPr>
              <a:t>תוכן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ז</a:t>
            </a:r>
            <a:r>
              <a:rPr lang="en-US" sz="1000">
                <a:solidFill>
                  <a:srgbClr val="666666"/>
                </a:solidFill>
              </a:rPr>
              <a:t>ה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מיועד לשימוש בלעדי על ידי מדריכים מורשים של קידמה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2 1 1 1 1">
  <p:cSld name="BLANK_1_2_1_1_1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0"/>
          <p:cNvSpPr/>
          <p:nvPr/>
        </p:nvSpPr>
        <p:spPr>
          <a:xfrm>
            <a:off x="7141950" y="3488425"/>
            <a:ext cx="2743200" cy="2743200"/>
          </a:xfrm>
          <a:prstGeom prst="ellipse">
            <a:avLst/>
          </a:prstGeom>
          <a:solidFill>
            <a:srgbClr val="93DC88">
              <a:alpha val="301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20"/>
          <p:cNvSpPr/>
          <p:nvPr/>
        </p:nvSpPr>
        <p:spPr>
          <a:xfrm>
            <a:off x="-690075" y="-1139912"/>
            <a:ext cx="2743200" cy="2743200"/>
          </a:xfrm>
          <a:prstGeom prst="ellipse">
            <a:avLst/>
          </a:prstGeom>
          <a:solidFill>
            <a:srgbClr val="2669F6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7" name="Google Shape;127;p2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9575" y="152300"/>
            <a:ext cx="433626" cy="43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9" name="Google Shape;129;p20"/>
          <p:cNvSpPr txBox="1"/>
          <p:nvPr>
            <p:ph type="title"/>
          </p:nvPr>
        </p:nvSpPr>
        <p:spPr>
          <a:xfrm>
            <a:off x="311700" y="673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0" name="Google Shape;130;p20"/>
          <p:cNvSpPr txBox="1"/>
          <p:nvPr>
            <p:ph idx="1" type="body"/>
          </p:nvPr>
        </p:nvSpPr>
        <p:spPr>
          <a:xfrm>
            <a:off x="4514950" y="2910110"/>
            <a:ext cx="4169400" cy="13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20"/>
          <p:cNvSpPr txBox="1"/>
          <p:nvPr>
            <p:ph idx="2" type="subTitle"/>
          </p:nvPr>
        </p:nvSpPr>
        <p:spPr>
          <a:xfrm>
            <a:off x="4514950" y="1800450"/>
            <a:ext cx="4203900" cy="9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2" name="Google Shape;132;p20"/>
          <p:cNvSpPr/>
          <p:nvPr/>
        </p:nvSpPr>
        <p:spPr>
          <a:xfrm>
            <a:off x="274320" y="4663440"/>
            <a:ext cx="8595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זכויות יוצרים © 2026 קידמה</a:t>
            </a:r>
            <a:r>
              <a:rPr lang="en-US" sz="1000">
                <a:solidFill>
                  <a:srgbClr val="666666"/>
                </a:solidFill>
              </a:rPr>
              <a:t> 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טכנולוגיות וח</a:t>
            </a:r>
            <a:r>
              <a:rPr lang="en-US" sz="1000">
                <a:solidFill>
                  <a:schemeClr val="dk2"/>
                </a:solidFill>
              </a:rPr>
              <a:t>ינוך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בע"מ | כל הזכויות שמורות | </a:t>
            </a:r>
            <a:r>
              <a:rPr lang="en-US" sz="1000">
                <a:solidFill>
                  <a:srgbClr val="666666"/>
                </a:solidFill>
              </a:rPr>
              <a:t>תוכן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ז</a:t>
            </a:r>
            <a:r>
              <a:rPr lang="en-US" sz="1000">
                <a:solidFill>
                  <a:srgbClr val="666666"/>
                </a:solidFill>
              </a:rPr>
              <a:t>ה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מיועד לשימוש בלעדי על ידי מדריכים מורשים של קידמה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2 1 1 1 1 1">
  <p:cSld name="BLANK_1_2_1_1_1_1_1"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/>
          <p:nvPr/>
        </p:nvSpPr>
        <p:spPr>
          <a:xfrm>
            <a:off x="-690075" y="-1139912"/>
            <a:ext cx="2743200" cy="2743200"/>
          </a:xfrm>
          <a:prstGeom prst="ellipse">
            <a:avLst/>
          </a:prstGeom>
          <a:solidFill>
            <a:srgbClr val="2669F6">
              <a:alpha val="3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5" name="Google Shape;135;p2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9575" y="152300"/>
            <a:ext cx="433626" cy="43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7" name="Google Shape;137;p21"/>
          <p:cNvSpPr txBox="1"/>
          <p:nvPr>
            <p:ph type="title"/>
          </p:nvPr>
        </p:nvSpPr>
        <p:spPr>
          <a:xfrm>
            <a:off x="311700" y="673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8" name="Google Shape;138;p21"/>
          <p:cNvSpPr txBox="1"/>
          <p:nvPr>
            <p:ph idx="1" type="body"/>
          </p:nvPr>
        </p:nvSpPr>
        <p:spPr>
          <a:xfrm>
            <a:off x="4514950" y="2910110"/>
            <a:ext cx="4169400" cy="13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21"/>
          <p:cNvSpPr txBox="1"/>
          <p:nvPr>
            <p:ph idx="2" type="subTitle"/>
          </p:nvPr>
        </p:nvSpPr>
        <p:spPr>
          <a:xfrm>
            <a:off x="4514950" y="1800450"/>
            <a:ext cx="4203900" cy="9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0" name="Google Shape;140;p21"/>
          <p:cNvSpPr/>
          <p:nvPr/>
        </p:nvSpPr>
        <p:spPr>
          <a:xfrm>
            <a:off x="274320" y="4663440"/>
            <a:ext cx="8595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זכויות יוצרים © 2026 קידמה</a:t>
            </a:r>
            <a:r>
              <a:rPr lang="en-US" sz="1000">
                <a:solidFill>
                  <a:srgbClr val="666666"/>
                </a:solidFill>
              </a:rPr>
              <a:t> 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טכנולוגיות וח</a:t>
            </a:r>
            <a:r>
              <a:rPr lang="en-US" sz="1000">
                <a:solidFill>
                  <a:schemeClr val="dk2"/>
                </a:solidFill>
              </a:rPr>
              <a:t>ינוך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בע"מ | כל הזכויות שמורות | </a:t>
            </a:r>
            <a:r>
              <a:rPr lang="en-US" sz="1000">
                <a:solidFill>
                  <a:srgbClr val="666666"/>
                </a:solidFill>
              </a:rPr>
              <a:t>תוכן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ז</a:t>
            </a:r>
            <a:r>
              <a:rPr lang="en-US" sz="1000">
                <a:solidFill>
                  <a:srgbClr val="666666"/>
                </a:solidFill>
              </a:rPr>
              <a:t>ה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מיועד לשימוש בלעדי על ידי מדריכים מורשים של קידמה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2 1 1 1 1 1 1">
  <p:cSld name="BLANK_1_2_1_1_1_1_1_1"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2"/>
          <p:cNvSpPr/>
          <p:nvPr/>
        </p:nvSpPr>
        <p:spPr>
          <a:xfrm>
            <a:off x="-690075" y="-1139912"/>
            <a:ext cx="2743200" cy="2743200"/>
          </a:xfrm>
          <a:prstGeom prst="ellipse">
            <a:avLst/>
          </a:prstGeom>
          <a:solidFill>
            <a:srgbClr val="93DC88">
              <a:alpha val="301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3" name="Google Shape;14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9575" y="152300"/>
            <a:ext cx="433626" cy="43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5" name="Google Shape;145;p22"/>
          <p:cNvSpPr txBox="1"/>
          <p:nvPr>
            <p:ph type="title"/>
          </p:nvPr>
        </p:nvSpPr>
        <p:spPr>
          <a:xfrm>
            <a:off x="311700" y="673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6" name="Google Shape;146;p22"/>
          <p:cNvSpPr txBox="1"/>
          <p:nvPr>
            <p:ph idx="1" type="body"/>
          </p:nvPr>
        </p:nvSpPr>
        <p:spPr>
          <a:xfrm>
            <a:off x="4514950" y="2910110"/>
            <a:ext cx="4169400" cy="13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7" name="Google Shape;147;p22"/>
          <p:cNvSpPr txBox="1"/>
          <p:nvPr>
            <p:ph idx="2" type="subTitle"/>
          </p:nvPr>
        </p:nvSpPr>
        <p:spPr>
          <a:xfrm>
            <a:off x="4514950" y="1800450"/>
            <a:ext cx="4203900" cy="9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8" name="Google Shape;148;p22"/>
          <p:cNvSpPr/>
          <p:nvPr/>
        </p:nvSpPr>
        <p:spPr>
          <a:xfrm>
            <a:off x="274320" y="4663440"/>
            <a:ext cx="8595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זכויות יוצרים © 2026 קידמה</a:t>
            </a:r>
            <a:r>
              <a:rPr lang="en-US" sz="1000">
                <a:solidFill>
                  <a:srgbClr val="666666"/>
                </a:solidFill>
              </a:rPr>
              <a:t> 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טכנולוגיות וח</a:t>
            </a:r>
            <a:r>
              <a:rPr lang="en-US" sz="1000">
                <a:solidFill>
                  <a:schemeClr val="dk2"/>
                </a:solidFill>
              </a:rPr>
              <a:t>ינוך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בע"מ | כל הזכויות שמורות | </a:t>
            </a:r>
            <a:r>
              <a:rPr lang="en-US" sz="1000">
                <a:solidFill>
                  <a:srgbClr val="666666"/>
                </a:solidFill>
              </a:rPr>
              <a:t>תוכן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ז</a:t>
            </a:r>
            <a:r>
              <a:rPr lang="en-US" sz="1000">
                <a:solidFill>
                  <a:srgbClr val="666666"/>
                </a:solidFill>
              </a:rPr>
              <a:t>ה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מיועד לשימוש בלעדי על ידי מדריכים מורשים של קידמה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2 1 1 1 1 1 2">
  <p:cSld name="BLANK_1_2_1_1_1_1_1_2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3"/>
          <p:cNvSpPr/>
          <p:nvPr/>
        </p:nvSpPr>
        <p:spPr>
          <a:xfrm>
            <a:off x="-690075" y="-1139912"/>
            <a:ext cx="2743200" cy="2743200"/>
          </a:xfrm>
          <a:prstGeom prst="ellipse">
            <a:avLst/>
          </a:prstGeom>
          <a:solidFill>
            <a:srgbClr val="FF70A3">
              <a:alpha val="30199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1" name="Google Shape;15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49575" y="152300"/>
            <a:ext cx="433626" cy="4370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3" name="Google Shape;153;p23"/>
          <p:cNvSpPr txBox="1"/>
          <p:nvPr>
            <p:ph type="title"/>
          </p:nvPr>
        </p:nvSpPr>
        <p:spPr>
          <a:xfrm>
            <a:off x="311700" y="673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4" name="Google Shape;154;p23"/>
          <p:cNvSpPr txBox="1"/>
          <p:nvPr>
            <p:ph idx="1" type="body"/>
          </p:nvPr>
        </p:nvSpPr>
        <p:spPr>
          <a:xfrm>
            <a:off x="4514950" y="2910110"/>
            <a:ext cx="4169400" cy="13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23"/>
          <p:cNvSpPr txBox="1"/>
          <p:nvPr>
            <p:ph idx="2" type="subTitle"/>
          </p:nvPr>
        </p:nvSpPr>
        <p:spPr>
          <a:xfrm>
            <a:off x="4514950" y="1800450"/>
            <a:ext cx="4203900" cy="9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56" name="Google Shape;156;p23"/>
          <p:cNvSpPr/>
          <p:nvPr/>
        </p:nvSpPr>
        <p:spPr>
          <a:xfrm>
            <a:off x="274320" y="4663440"/>
            <a:ext cx="8595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זכויות יוצרים © 2026 קידמה</a:t>
            </a:r>
            <a:r>
              <a:rPr lang="en-US" sz="1000">
                <a:solidFill>
                  <a:srgbClr val="666666"/>
                </a:solidFill>
              </a:rPr>
              <a:t> 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טכנולוגיות וח</a:t>
            </a:r>
            <a:r>
              <a:rPr lang="en-US" sz="1000">
                <a:solidFill>
                  <a:schemeClr val="dk2"/>
                </a:solidFill>
              </a:rPr>
              <a:t>ינוך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בע"מ | כל הזכויות שמורות | </a:t>
            </a:r>
            <a:r>
              <a:rPr lang="en-US" sz="1000">
                <a:solidFill>
                  <a:srgbClr val="666666"/>
                </a:solidFill>
              </a:rPr>
              <a:t>תוכן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ז</a:t>
            </a:r>
            <a:r>
              <a:rPr lang="en-US" sz="1000">
                <a:solidFill>
                  <a:srgbClr val="666666"/>
                </a:solidFill>
              </a:rPr>
              <a:t>ה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מיועד לשימוש בלעדי על ידי מדריכים מורשים של קידמה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">
  <p:cSld name="BLANK_1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9" name="Google Shape;159;p24"/>
          <p:cNvSpPr/>
          <p:nvPr/>
        </p:nvSpPr>
        <p:spPr>
          <a:xfrm>
            <a:off x="274320" y="4663440"/>
            <a:ext cx="8595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זכויות יוצרים © 2026 קידמה</a:t>
            </a:r>
            <a:r>
              <a:rPr lang="en-US" sz="1000">
                <a:solidFill>
                  <a:srgbClr val="666666"/>
                </a:solidFill>
              </a:rPr>
              <a:t> 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טכנולוגיות וח</a:t>
            </a:r>
            <a:r>
              <a:rPr lang="en-US" sz="1000">
                <a:solidFill>
                  <a:schemeClr val="dk2"/>
                </a:solidFill>
              </a:rPr>
              <a:t>ינוך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בע"מ | כל הזכויות שמורות | </a:t>
            </a:r>
            <a:r>
              <a:rPr lang="en-US" sz="1000">
                <a:solidFill>
                  <a:srgbClr val="666666"/>
                </a:solidFill>
              </a:rPr>
              <a:t>תוכן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ז</a:t>
            </a:r>
            <a:r>
              <a:rPr lang="en-US" sz="1000">
                <a:solidFill>
                  <a:srgbClr val="666666"/>
                </a:solidFill>
              </a:rPr>
              <a:t>ה</a:t>
            </a:r>
            <a:r>
              <a:rPr b="0" i="0" lang="en-US" sz="1000" u="none" cap="none" strike="noStrike">
                <a:solidFill>
                  <a:srgbClr val="666666"/>
                </a:solidFill>
                <a:latin typeface="Arial"/>
                <a:ea typeface="Arial"/>
                <a:cs typeface="Arial"/>
                <a:sym typeface="Arial"/>
              </a:rPr>
              <a:t> מיועד לשימוש בלעדי על ידי מדריכים מורשים של קידמה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5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ubik Medium"/>
              <a:buNone/>
              <a:defRPr sz="2800">
                <a:solidFill>
                  <a:schemeClr val="dk1"/>
                </a:solidFill>
                <a:latin typeface="Rubik Medium"/>
                <a:ea typeface="Rubik Medium"/>
                <a:cs typeface="Rubik Medium"/>
                <a:sym typeface="Rubik Medium"/>
              </a:defRPr>
            </a:lvl1pPr>
            <a:lvl2pPr lvl="1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ubik"/>
              <a:buNone/>
              <a:defRPr sz="28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lvl="2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ubik"/>
              <a:buNone/>
              <a:defRPr sz="28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lvl="3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ubik"/>
              <a:buNone/>
              <a:defRPr sz="28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lvl="4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ubik"/>
              <a:buNone/>
              <a:defRPr sz="28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lvl="5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ubik"/>
              <a:buNone/>
              <a:defRPr sz="28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lvl="6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ubik"/>
              <a:buNone/>
              <a:defRPr sz="28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lvl="7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ubik"/>
              <a:buNone/>
              <a:defRPr sz="28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lvl="8" rt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Rubik"/>
              <a:buNone/>
              <a:defRPr sz="28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ubik"/>
              <a:buChar char="●"/>
              <a:defRPr sz="18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1pPr>
            <a:lvl2pPr indent="-317500" lvl="1" marL="9144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ubik"/>
              <a:buChar char="○"/>
              <a:defRPr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2pPr>
            <a:lvl3pPr indent="-317500" lvl="2" marL="13716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ubik"/>
              <a:buChar char="■"/>
              <a:defRPr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3pPr>
            <a:lvl4pPr indent="-317500" lvl="3" marL="18288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ubik"/>
              <a:buChar char="●"/>
              <a:defRPr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4pPr>
            <a:lvl5pPr indent="-317500" lvl="4" marL="22860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ubik"/>
              <a:buChar char="○"/>
              <a:defRPr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5pPr>
            <a:lvl6pPr indent="-317500" lvl="5" marL="27432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ubik"/>
              <a:buChar char="■"/>
              <a:defRPr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6pPr>
            <a:lvl7pPr indent="-317500" lvl="6" marL="32004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ubik"/>
              <a:buChar char="●"/>
              <a:defRPr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7pPr>
            <a:lvl8pPr indent="-317500" lvl="7" marL="36576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ubik"/>
              <a:buChar char="○"/>
              <a:defRPr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8pPr>
            <a:lvl9pPr indent="-317500" lvl="8" marL="4114800" rt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ubik"/>
              <a:buChar char="■"/>
              <a:defRPr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100">
                <a:solidFill>
                  <a:schemeClr val="lt1"/>
                </a:solidFill>
                <a:latin typeface="Rubik Medium"/>
                <a:ea typeface="Rubik Medium"/>
                <a:cs typeface="Rubik Medium"/>
                <a:sym typeface="Rubik Medium"/>
              </a:defRPr>
            </a:lvl1pPr>
            <a:lvl2pPr lvl="1" algn="r">
              <a:buNone/>
              <a:defRPr sz="1100">
                <a:solidFill>
                  <a:schemeClr val="lt1"/>
                </a:solidFill>
                <a:latin typeface="Rubik Medium"/>
                <a:ea typeface="Rubik Medium"/>
                <a:cs typeface="Rubik Medium"/>
                <a:sym typeface="Rubik Medium"/>
              </a:defRPr>
            </a:lvl2pPr>
            <a:lvl3pPr lvl="2" algn="r">
              <a:buNone/>
              <a:defRPr sz="1100">
                <a:solidFill>
                  <a:schemeClr val="lt1"/>
                </a:solidFill>
                <a:latin typeface="Rubik Medium"/>
                <a:ea typeface="Rubik Medium"/>
                <a:cs typeface="Rubik Medium"/>
                <a:sym typeface="Rubik Medium"/>
              </a:defRPr>
            </a:lvl3pPr>
            <a:lvl4pPr lvl="3" algn="r">
              <a:buNone/>
              <a:defRPr sz="1100">
                <a:solidFill>
                  <a:schemeClr val="lt1"/>
                </a:solidFill>
                <a:latin typeface="Rubik Medium"/>
                <a:ea typeface="Rubik Medium"/>
                <a:cs typeface="Rubik Medium"/>
                <a:sym typeface="Rubik Medium"/>
              </a:defRPr>
            </a:lvl4pPr>
            <a:lvl5pPr lvl="4" algn="r">
              <a:buNone/>
              <a:defRPr sz="1100">
                <a:solidFill>
                  <a:schemeClr val="lt1"/>
                </a:solidFill>
                <a:latin typeface="Rubik Medium"/>
                <a:ea typeface="Rubik Medium"/>
                <a:cs typeface="Rubik Medium"/>
                <a:sym typeface="Rubik Medium"/>
              </a:defRPr>
            </a:lvl5pPr>
            <a:lvl6pPr lvl="5" algn="r">
              <a:buNone/>
              <a:defRPr sz="1100">
                <a:solidFill>
                  <a:schemeClr val="lt1"/>
                </a:solidFill>
                <a:latin typeface="Rubik Medium"/>
                <a:ea typeface="Rubik Medium"/>
                <a:cs typeface="Rubik Medium"/>
                <a:sym typeface="Rubik Medium"/>
              </a:defRPr>
            </a:lvl6pPr>
            <a:lvl7pPr lvl="6" algn="r">
              <a:buNone/>
              <a:defRPr sz="1100">
                <a:solidFill>
                  <a:schemeClr val="lt1"/>
                </a:solidFill>
                <a:latin typeface="Rubik Medium"/>
                <a:ea typeface="Rubik Medium"/>
                <a:cs typeface="Rubik Medium"/>
                <a:sym typeface="Rubik Medium"/>
              </a:defRPr>
            </a:lvl7pPr>
            <a:lvl8pPr lvl="7" algn="r">
              <a:buNone/>
              <a:defRPr sz="1100">
                <a:solidFill>
                  <a:schemeClr val="lt1"/>
                </a:solidFill>
                <a:latin typeface="Rubik Medium"/>
                <a:ea typeface="Rubik Medium"/>
                <a:cs typeface="Rubik Medium"/>
                <a:sym typeface="Rubik Medium"/>
              </a:defRPr>
            </a:lvl8pPr>
            <a:lvl9pPr lvl="8" algn="r">
              <a:buNone/>
              <a:defRPr sz="1100">
                <a:solidFill>
                  <a:schemeClr val="lt1"/>
                </a:solidFill>
                <a:latin typeface="Rubik Medium"/>
                <a:ea typeface="Rubik Medium"/>
                <a:cs typeface="Rubik Medium"/>
                <a:sym typeface="Rubik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6"/>
          <p:cNvSpPr txBox="1"/>
          <p:nvPr>
            <p:ph type="ctrTitle"/>
          </p:nvPr>
        </p:nvSpPr>
        <p:spPr>
          <a:xfrm>
            <a:off x="311700" y="1171375"/>
            <a:ext cx="8520600" cy="100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המצגת הזו היא טמפלייט</a:t>
            </a:r>
            <a:endParaRPr i="1" sz="3400"/>
          </a:p>
        </p:txBody>
      </p:sp>
      <p:sp>
        <p:nvSpPr>
          <p:cNvPr id="167" name="Google Shape;167;p26"/>
          <p:cNvSpPr txBox="1"/>
          <p:nvPr>
            <p:ph idx="1" type="subTitle"/>
          </p:nvPr>
        </p:nvSpPr>
        <p:spPr>
          <a:xfrm>
            <a:off x="311700" y="3620112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File -&gt; Make a copy</a:t>
            </a:r>
            <a:endParaRPr/>
          </a:p>
        </p:txBody>
      </p:sp>
      <p:sp>
        <p:nvSpPr>
          <p:cNvPr id="168" name="Google Shape;168;p26"/>
          <p:cNvSpPr/>
          <p:nvPr/>
        </p:nvSpPr>
        <p:spPr>
          <a:xfrm>
            <a:off x="1928829" y="2301575"/>
            <a:ext cx="52863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ubik"/>
              <a:buNone/>
            </a:pPr>
            <a:r>
              <a:rPr b="1" lang="en-US" sz="2200">
                <a:latin typeface="Rubik"/>
                <a:ea typeface="Rubik"/>
                <a:cs typeface="Rubik"/>
                <a:sym typeface="Rubik"/>
              </a:rPr>
              <a:t>חשוב </a:t>
            </a:r>
            <a:r>
              <a:rPr b="1" lang="en-US" sz="2200">
                <a:latin typeface="Rubik"/>
                <a:ea typeface="Rubik"/>
                <a:cs typeface="Rubik"/>
                <a:sym typeface="Rubik"/>
              </a:rPr>
              <a:t>מאוד</a:t>
            </a:r>
            <a:r>
              <a:rPr b="1" lang="en-US" sz="2200">
                <a:latin typeface="Rubik"/>
                <a:ea typeface="Rubik"/>
                <a:cs typeface="Rubik"/>
                <a:sym typeface="Rubik"/>
              </a:rPr>
              <a:t> לשכפל אותה לפני שמתחילים לעבוד כדי לא לפגוע במקור</a:t>
            </a:r>
            <a:endParaRPr b="1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כותרת פיקנטית</a:t>
            </a:r>
            <a:endParaRPr/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400"/>
              <a:t>נושא השיעור</a:t>
            </a:r>
            <a:endParaRPr i="1" sz="3400"/>
          </a:p>
        </p:txBody>
      </p:sp>
      <p:sp>
        <p:nvSpPr>
          <p:cNvPr id="175" name="Google Shape;175;p27"/>
          <p:cNvSpPr txBox="1"/>
          <p:nvPr>
            <p:ph idx="1" type="subTitle"/>
          </p:nvPr>
        </p:nvSpPr>
        <p:spPr>
          <a:xfrm>
            <a:off x="311700" y="3620112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תיאור קצר של השיעור</a:t>
            </a:r>
            <a:endParaRPr/>
          </a:p>
        </p:txBody>
      </p:sp>
      <p:sp>
        <p:nvSpPr>
          <p:cNvPr id="176" name="Google Shape;176;p27"/>
          <p:cNvSpPr/>
          <p:nvPr/>
        </p:nvSpPr>
        <p:spPr>
          <a:xfrm>
            <a:off x="3135420" y="4206250"/>
            <a:ext cx="2873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ubik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שיעור </a:t>
            </a:r>
            <a:r>
              <a:rPr b="1" lang="en-US" sz="1600">
                <a:latin typeface="Rubik"/>
                <a:ea typeface="Rubik"/>
                <a:cs typeface="Rubik"/>
                <a:sym typeface="Rubik"/>
              </a:rPr>
              <a:t>X (אם חלק מסדנא)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 txBox="1"/>
          <p:nvPr>
            <p:ph idx="4294967295" type="title"/>
          </p:nvPr>
        </p:nvSpPr>
        <p:spPr>
          <a:xfrm>
            <a:off x="311700" y="673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כותרת</a:t>
            </a:r>
            <a:endParaRPr/>
          </a:p>
        </p:txBody>
      </p:sp>
      <p:sp>
        <p:nvSpPr>
          <p:cNvPr id="183" name="Google Shape;183;p28"/>
          <p:cNvSpPr txBox="1"/>
          <p:nvPr>
            <p:ph idx="4294967295" type="body"/>
          </p:nvPr>
        </p:nvSpPr>
        <p:spPr>
          <a:xfrm>
            <a:off x="4514950" y="2910110"/>
            <a:ext cx="4169400" cy="13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תוכן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משפט אחד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משפט שני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משפט שלישי</a:t>
            </a:r>
            <a:endParaRPr/>
          </a:p>
        </p:txBody>
      </p:sp>
      <p:sp>
        <p:nvSpPr>
          <p:cNvPr id="184" name="Google Shape;184;p28"/>
          <p:cNvSpPr txBox="1"/>
          <p:nvPr>
            <p:ph idx="4294967295" type="subTitle"/>
          </p:nvPr>
        </p:nvSpPr>
        <p:spPr>
          <a:xfrm>
            <a:off x="4514950" y="1800450"/>
            <a:ext cx="4203900" cy="9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1200"/>
              </a:spcAft>
              <a:buNone/>
            </a:pPr>
            <a:r>
              <a:rPr lang="en-US"/>
              <a:t>תיאור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9"/>
          <p:cNvSpPr txBox="1"/>
          <p:nvPr>
            <p:ph type="title"/>
          </p:nvPr>
        </p:nvSpPr>
        <p:spPr>
          <a:xfrm>
            <a:off x="311700" y="673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כותרת</a:t>
            </a:r>
            <a:endParaRPr/>
          </a:p>
        </p:txBody>
      </p:sp>
      <p:sp>
        <p:nvSpPr>
          <p:cNvPr id="191" name="Google Shape;191;p29"/>
          <p:cNvSpPr txBox="1"/>
          <p:nvPr>
            <p:ph idx="1" type="body"/>
          </p:nvPr>
        </p:nvSpPr>
        <p:spPr>
          <a:xfrm>
            <a:off x="4514950" y="2910110"/>
            <a:ext cx="4169400" cy="13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תוכן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משפט אחד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משפט שני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משפט שלישי</a:t>
            </a:r>
            <a:endParaRPr/>
          </a:p>
        </p:txBody>
      </p:sp>
      <p:sp>
        <p:nvSpPr>
          <p:cNvPr id="192" name="Google Shape;192;p29"/>
          <p:cNvSpPr txBox="1"/>
          <p:nvPr>
            <p:ph idx="2" type="subTitle"/>
          </p:nvPr>
        </p:nvSpPr>
        <p:spPr>
          <a:xfrm>
            <a:off x="4514950" y="1800450"/>
            <a:ext cx="4203900" cy="9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תיאור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0"/>
          <p:cNvSpPr txBox="1"/>
          <p:nvPr>
            <p:ph type="title"/>
          </p:nvPr>
        </p:nvSpPr>
        <p:spPr>
          <a:xfrm>
            <a:off x="311700" y="673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כותרת</a:t>
            </a:r>
            <a:endParaRPr/>
          </a:p>
        </p:txBody>
      </p:sp>
      <p:sp>
        <p:nvSpPr>
          <p:cNvPr id="199" name="Google Shape;199;p30"/>
          <p:cNvSpPr txBox="1"/>
          <p:nvPr>
            <p:ph idx="1" type="body"/>
          </p:nvPr>
        </p:nvSpPr>
        <p:spPr>
          <a:xfrm>
            <a:off x="4514950" y="2910110"/>
            <a:ext cx="4169400" cy="13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תוכן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משפט אחד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משפט שני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משפט שלישי</a:t>
            </a:r>
            <a:endParaRPr/>
          </a:p>
        </p:txBody>
      </p:sp>
      <p:sp>
        <p:nvSpPr>
          <p:cNvPr id="200" name="Google Shape;200;p30"/>
          <p:cNvSpPr txBox="1"/>
          <p:nvPr>
            <p:ph idx="2" type="subTitle"/>
          </p:nvPr>
        </p:nvSpPr>
        <p:spPr>
          <a:xfrm>
            <a:off x="4514950" y="1800450"/>
            <a:ext cx="4203900" cy="9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תיאור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1"/>
          <p:cNvSpPr txBox="1"/>
          <p:nvPr>
            <p:ph type="title"/>
          </p:nvPr>
        </p:nvSpPr>
        <p:spPr>
          <a:xfrm>
            <a:off x="311700" y="673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כותרת</a:t>
            </a:r>
            <a:endParaRPr/>
          </a:p>
        </p:txBody>
      </p:sp>
      <p:sp>
        <p:nvSpPr>
          <p:cNvPr id="207" name="Google Shape;207;p31"/>
          <p:cNvSpPr txBox="1"/>
          <p:nvPr>
            <p:ph idx="1" type="body"/>
          </p:nvPr>
        </p:nvSpPr>
        <p:spPr>
          <a:xfrm>
            <a:off x="4514950" y="2910110"/>
            <a:ext cx="4169400" cy="13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תוכן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משפט אחד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משפט שני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משפט שלישי</a:t>
            </a:r>
            <a:endParaRPr/>
          </a:p>
        </p:txBody>
      </p:sp>
      <p:sp>
        <p:nvSpPr>
          <p:cNvPr id="208" name="Google Shape;208;p31"/>
          <p:cNvSpPr txBox="1"/>
          <p:nvPr>
            <p:ph idx="2" type="subTitle"/>
          </p:nvPr>
        </p:nvSpPr>
        <p:spPr>
          <a:xfrm>
            <a:off x="4514950" y="1800450"/>
            <a:ext cx="4203900" cy="9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תיאור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2"/>
          <p:cNvSpPr txBox="1"/>
          <p:nvPr>
            <p:ph type="title"/>
          </p:nvPr>
        </p:nvSpPr>
        <p:spPr>
          <a:xfrm>
            <a:off x="311700" y="673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כותרת</a:t>
            </a:r>
            <a:endParaRPr/>
          </a:p>
        </p:txBody>
      </p:sp>
      <p:sp>
        <p:nvSpPr>
          <p:cNvPr id="215" name="Google Shape;215;p32"/>
          <p:cNvSpPr txBox="1"/>
          <p:nvPr>
            <p:ph idx="1" type="body"/>
          </p:nvPr>
        </p:nvSpPr>
        <p:spPr>
          <a:xfrm>
            <a:off x="4514950" y="2910110"/>
            <a:ext cx="4169400" cy="13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תוכן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משפט אחד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משפט שני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משפט שלישי</a:t>
            </a:r>
            <a:endParaRPr/>
          </a:p>
        </p:txBody>
      </p:sp>
      <p:sp>
        <p:nvSpPr>
          <p:cNvPr id="216" name="Google Shape;216;p32"/>
          <p:cNvSpPr txBox="1"/>
          <p:nvPr>
            <p:ph idx="2" type="subTitle"/>
          </p:nvPr>
        </p:nvSpPr>
        <p:spPr>
          <a:xfrm>
            <a:off x="4514950" y="1800450"/>
            <a:ext cx="4203900" cy="9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תיאור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33"/>
          <p:cNvSpPr txBox="1"/>
          <p:nvPr>
            <p:ph type="title"/>
          </p:nvPr>
        </p:nvSpPr>
        <p:spPr>
          <a:xfrm>
            <a:off x="311700" y="673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כותרת</a:t>
            </a:r>
            <a:endParaRPr/>
          </a:p>
        </p:txBody>
      </p:sp>
      <p:sp>
        <p:nvSpPr>
          <p:cNvPr id="223" name="Google Shape;223;p33"/>
          <p:cNvSpPr txBox="1"/>
          <p:nvPr>
            <p:ph idx="1" type="body"/>
          </p:nvPr>
        </p:nvSpPr>
        <p:spPr>
          <a:xfrm>
            <a:off x="4514950" y="2910110"/>
            <a:ext cx="4169400" cy="13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תוכן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משפט אחד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משפט שני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משפט שלישי</a:t>
            </a:r>
            <a:endParaRPr/>
          </a:p>
        </p:txBody>
      </p:sp>
      <p:sp>
        <p:nvSpPr>
          <p:cNvPr id="224" name="Google Shape;224;p33"/>
          <p:cNvSpPr txBox="1"/>
          <p:nvPr>
            <p:ph idx="2" type="subTitle"/>
          </p:nvPr>
        </p:nvSpPr>
        <p:spPr>
          <a:xfrm>
            <a:off x="4514950" y="1800450"/>
            <a:ext cx="4203900" cy="9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תיאור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4"/>
          <p:cNvSpPr txBox="1"/>
          <p:nvPr>
            <p:ph type="title"/>
          </p:nvPr>
        </p:nvSpPr>
        <p:spPr>
          <a:xfrm>
            <a:off x="311700" y="673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כותרת</a:t>
            </a:r>
            <a:endParaRPr/>
          </a:p>
        </p:txBody>
      </p:sp>
      <p:sp>
        <p:nvSpPr>
          <p:cNvPr id="231" name="Google Shape;231;p34"/>
          <p:cNvSpPr txBox="1"/>
          <p:nvPr>
            <p:ph idx="1" type="body"/>
          </p:nvPr>
        </p:nvSpPr>
        <p:spPr>
          <a:xfrm>
            <a:off x="4514950" y="2910110"/>
            <a:ext cx="4169400" cy="13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תוכן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משפט אחד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משפט שני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משפט שלישי</a:t>
            </a:r>
            <a:endParaRPr/>
          </a:p>
        </p:txBody>
      </p:sp>
      <p:sp>
        <p:nvSpPr>
          <p:cNvPr id="232" name="Google Shape;232;p34"/>
          <p:cNvSpPr txBox="1"/>
          <p:nvPr>
            <p:ph idx="2" type="subTitle"/>
          </p:nvPr>
        </p:nvSpPr>
        <p:spPr>
          <a:xfrm>
            <a:off x="4514950" y="1800450"/>
            <a:ext cx="4203900" cy="9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תיאור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5"/>
          <p:cNvSpPr txBox="1"/>
          <p:nvPr>
            <p:ph type="title"/>
          </p:nvPr>
        </p:nvSpPr>
        <p:spPr>
          <a:xfrm>
            <a:off x="311700" y="673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כותרת</a:t>
            </a:r>
            <a:endParaRPr/>
          </a:p>
        </p:txBody>
      </p:sp>
      <p:sp>
        <p:nvSpPr>
          <p:cNvPr id="239" name="Google Shape;239;p35"/>
          <p:cNvSpPr txBox="1"/>
          <p:nvPr>
            <p:ph idx="1" type="body"/>
          </p:nvPr>
        </p:nvSpPr>
        <p:spPr>
          <a:xfrm>
            <a:off x="4514950" y="2910110"/>
            <a:ext cx="4169400" cy="13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תוכן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משפט אחד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משפט שני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משפט שלישי</a:t>
            </a:r>
            <a:endParaRPr/>
          </a:p>
        </p:txBody>
      </p:sp>
      <p:sp>
        <p:nvSpPr>
          <p:cNvPr id="240" name="Google Shape;240;p35"/>
          <p:cNvSpPr txBox="1"/>
          <p:nvPr>
            <p:ph idx="2" type="subTitle"/>
          </p:nvPr>
        </p:nvSpPr>
        <p:spPr>
          <a:xfrm>
            <a:off x="4514950" y="1800450"/>
            <a:ext cx="4203900" cy="9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תיאור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6"/>
          <p:cNvSpPr txBox="1"/>
          <p:nvPr>
            <p:ph type="title"/>
          </p:nvPr>
        </p:nvSpPr>
        <p:spPr>
          <a:xfrm>
            <a:off x="311700" y="673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כותרת</a:t>
            </a:r>
            <a:endParaRPr/>
          </a:p>
        </p:txBody>
      </p:sp>
      <p:sp>
        <p:nvSpPr>
          <p:cNvPr id="247" name="Google Shape;247;p36"/>
          <p:cNvSpPr txBox="1"/>
          <p:nvPr>
            <p:ph idx="1" type="body"/>
          </p:nvPr>
        </p:nvSpPr>
        <p:spPr>
          <a:xfrm>
            <a:off x="4514950" y="2910110"/>
            <a:ext cx="4169400" cy="13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תוכן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משפט אחד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משפט שני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משפט שלישי</a:t>
            </a:r>
            <a:endParaRPr/>
          </a:p>
        </p:txBody>
      </p:sp>
      <p:sp>
        <p:nvSpPr>
          <p:cNvPr id="248" name="Google Shape;248;p36"/>
          <p:cNvSpPr txBox="1"/>
          <p:nvPr>
            <p:ph idx="2" type="subTitle"/>
          </p:nvPr>
        </p:nvSpPr>
        <p:spPr>
          <a:xfrm>
            <a:off x="4514950" y="1800450"/>
            <a:ext cx="4203900" cy="9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תיאור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37"/>
          <p:cNvSpPr txBox="1"/>
          <p:nvPr>
            <p:ph type="title"/>
          </p:nvPr>
        </p:nvSpPr>
        <p:spPr>
          <a:xfrm>
            <a:off x="311700" y="673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כותרת</a:t>
            </a:r>
            <a:endParaRPr/>
          </a:p>
        </p:txBody>
      </p:sp>
      <p:sp>
        <p:nvSpPr>
          <p:cNvPr id="255" name="Google Shape;255;p37"/>
          <p:cNvSpPr txBox="1"/>
          <p:nvPr>
            <p:ph idx="1" type="body"/>
          </p:nvPr>
        </p:nvSpPr>
        <p:spPr>
          <a:xfrm>
            <a:off x="4514950" y="2910110"/>
            <a:ext cx="4169400" cy="13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תוכן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משפט אחד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משפט שני</a:t>
            </a:r>
            <a:endParaRPr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משפט שלישי</a:t>
            </a:r>
            <a:endParaRPr/>
          </a:p>
        </p:txBody>
      </p:sp>
      <p:sp>
        <p:nvSpPr>
          <p:cNvPr id="256" name="Google Shape;256;p37"/>
          <p:cNvSpPr txBox="1"/>
          <p:nvPr>
            <p:ph idx="2" type="subTitle"/>
          </p:nvPr>
        </p:nvSpPr>
        <p:spPr>
          <a:xfrm>
            <a:off x="4514950" y="1800450"/>
            <a:ext cx="4203900" cy="9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תיאור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8"/>
          <p:cNvSpPr/>
          <p:nvPr/>
        </p:nvSpPr>
        <p:spPr>
          <a:xfrm>
            <a:off x="365760" y="457200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292920"/>
              </a:buClr>
              <a:buSzPts val="3800"/>
              <a:buFont typeface="Rubik"/>
              <a:buNone/>
            </a:pPr>
            <a:r>
              <a:rPr b="1" lang="en-US" sz="2800">
                <a:solidFill>
                  <a:srgbClr val="292920"/>
                </a:solidFill>
                <a:latin typeface="Rubik"/>
                <a:ea typeface="Rubik"/>
                <a:cs typeface="Rubik"/>
                <a:sym typeface="Rubik"/>
              </a:rPr>
              <a:t>נושאים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38"/>
          <p:cNvSpPr/>
          <p:nvPr/>
        </p:nvSpPr>
        <p:spPr>
          <a:xfrm>
            <a:off x="7955280" y="1508760"/>
            <a:ext cx="292608" cy="292608"/>
          </a:xfrm>
          <a:prstGeom prst="ellipse">
            <a:avLst/>
          </a:prstGeom>
          <a:solidFill>
            <a:srgbClr val="93DC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8"/>
          <p:cNvSpPr/>
          <p:nvPr/>
        </p:nvSpPr>
        <p:spPr>
          <a:xfrm>
            <a:off x="548640" y="1417320"/>
            <a:ext cx="7223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292920"/>
              </a:buClr>
              <a:buSzPts val="1800"/>
              <a:buFont typeface="Rubik"/>
              <a:buNone/>
            </a:pPr>
            <a:r>
              <a:rPr lang="en-US" sz="1800">
                <a:solidFill>
                  <a:srgbClr val="292920"/>
                </a:solidFill>
                <a:latin typeface="Rubik"/>
                <a:ea typeface="Rubik"/>
                <a:cs typeface="Rubik"/>
                <a:sym typeface="Rubik"/>
              </a:rPr>
              <a:t>נושא 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8"/>
          <p:cNvSpPr/>
          <p:nvPr/>
        </p:nvSpPr>
        <p:spPr>
          <a:xfrm>
            <a:off x="7955280" y="2103120"/>
            <a:ext cx="292608" cy="292608"/>
          </a:xfrm>
          <a:prstGeom prst="ellipse">
            <a:avLst/>
          </a:prstGeom>
          <a:solidFill>
            <a:srgbClr val="FF70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8"/>
          <p:cNvSpPr/>
          <p:nvPr/>
        </p:nvSpPr>
        <p:spPr>
          <a:xfrm>
            <a:off x="548640" y="2011680"/>
            <a:ext cx="7223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292920"/>
              </a:buClr>
              <a:buSzPts val="1800"/>
              <a:buFont typeface="Rubik"/>
              <a:buNone/>
            </a:pPr>
            <a:r>
              <a:rPr lang="en-US" sz="1800">
                <a:solidFill>
                  <a:srgbClr val="292920"/>
                </a:solidFill>
                <a:latin typeface="Rubik"/>
                <a:ea typeface="Rubik"/>
                <a:cs typeface="Rubik"/>
                <a:sym typeface="Rubik"/>
              </a:rPr>
              <a:t>נושא 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38"/>
          <p:cNvSpPr/>
          <p:nvPr/>
        </p:nvSpPr>
        <p:spPr>
          <a:xfrm>
            <a:off x="7955280" y="2697480"/>
            <a:ext cx="292608" cy="292608"/>
          </a:xfrm>
          <a:prstGeom prst="ellipse">
            <a:avLst/>
          </a:prstGeom>
          <a:solidFill>
            <a:srgbClr val="2669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8"/>
          <p:cNvSpPr/>
          <p:nvPr/>
        </p:nvSpPr>
        <p:spPr>
          <a:xfrm>
            <a:off x="548640" y="2606040"/>
            <a:ext cx="7223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292920"/>
              </a:buClr>
              <a:buSzPts val="1800"/>
              <a:buFont typeface="Rubik"/>
              <a:buNone/>
            </a:pPr>
            <a:r>
              <a:rPr lang="en-US" sz="1800">
                <a:solidFill>
                  <a:srgbClr val="292920"/>
                </a:solidFill>
                <a:latin typeface="Rubik"/>
                <a:ea typeface="Rubik"/>
                <a:cs typeface="Rubik"/>
                <a:sym typeface="Rubik"/>
              </a:rPr>
              <a:t>נושא 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38"/>
          <p:cNvSpPr/>
          <p:nvPr/>
        </p:nvSpPr>
        <p:spPr>
          <a:xfrm>
            <a:off x="7955280" y="3291840"/>
            <a:ext cx="292608" cy="292608"/>
          </a:xfrm>
          <a:prstGeom prst="ellipse">
            <a:avLst/>
          </a:prstGeom>
          <a:solidFill>
            <a:srgbClr val="93DC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8"/>
          <p:cNvSpPr/>
          <p:nvPr/>
        </p:nvSpPr>
        <p:spPr>
          <a:xfrm>
            <a:off x="548640" y="3200400"/>
            <a:ext cx="72237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292920"/>
              </a:buClr>
              <a:buSzPts val="1800"/>
              <a:buFont typeface="Rubik"/>
              <a:buNone/>
            </a:pPr>
            <a:r>
              <a:rPr lang="en-US" sz="1800">
                <a:solidFill>
                  <a:srgbClr val="292920"/>
                </a:solidFill>
                <a:latin typeface="Rubik"/>
                <a:ea typeface="Rubik"/>
                <a:cs typeface="Rubik"/>
                <a:sym typeface="Rubik"/>
              </a:rPr>
              <a:t>נושא 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9"/>
          <p:cNvSpPr/>
          <p:nvPr/>
        </p:nvSpPr>
        <p:spPr>
          <a:xfrm>
            <a:off x="8412480" y="1097280"/>
            <a:ext cx="137160" cy="777240"/>
          </a:xfrm>
          <a:prstGeom prst="rect">
            <a:avLst/>
          </a:prstGeom>
          <a:solidFill>
            <a:srgbClr val="2669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39"/>
          <p:cNvSpPr/>
          <p:nvPr/>
        </p:nvSpPr>
        <p:spPr>
          <a:xfrm>
            <a:off x="5139900" y="1097275"/>
            <a:ext cx="30897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292920"/>
              </a:buClr>
              <a:buSzPts val="1800"/>
              <a:buFont typeface="Rubik"/>
              <a:buNone/>
            </a:pPr>
            <a:r>
              <a:rPr b="1" lang="en-US" sz="1800">
                <a:solidFill>
                  <a:srgbClr val="292920"/>
                </a:solidFill>
                <a:latin typeface="Rubik"/>
                <a:ea typeface="Rubik"/>
                <a:cs typeface="Rubik"/>
                <a:sym typeface="Rubik"/>
              </a:rPr>
              <a:t>נושא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9"/>
          <p:cNvSpPr/>
          <p:nvPr/>
        </p:nvSpPr>
        <p:spPr>
          <a:xfrm>
            <a:off x="5023100" y="1463050"/>
            <a:ext cx="32064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500"/>
              <a:buFont typeface="Rubik"/>
              <a:buNone/>
            </a:pPr>
            <a:r>
              <a:rPr lang="en-US" sz="1500">
                <a:solidFill>
                  <a:srgbClr val="666666"/>
                </a:solidFill>
                <a:latin typeface="Rubik"/>
                <a:ea typeface="Rubik"/>
                <a:cs typeface="Rubik"/>
                <a:sym typeface="Rubik"/>
              </a:rPr>
              <a:t>תיאור של הנושא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9"/>
          <p:cNvSpPr/>
          <p:nvPr/>
        </p:nvSpPr>
        <p:spPr>
          <a:xfrm>
            <a:off x="8412480" y="1965960"/>
            <a:ext cx="137160" cy="777240"/>
          </a:xfrm>
          <a:prstGeom prst="rect">
            <a:avLst/>
          </a:prstGeom>
          <a:solidFill>
            <a:srgbClr val="FF70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39"/>
          <p:cNvSpPr/>
          <p:nvPr/>
        </p:nvSpPr>
        <p:spPr>
          <a:xfrm>
            <a:off x="5445425" y="1965950"/>
            <a:ext cx="27843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292920"/>
              </a:buClr>
              <a:buSzPts val="1800"/>
              <a:buFont typeface="Rubik"/>
              <a:buNone/>
            </a:pPr>
            <a:r>
              <a:rPr b="1" lang="en-US" sz="1800">
                <a:solidFill>
                  <a:srgbClr val="292920"/>
                </a:solidFill>
                <a:latin typeface="Rubik"/>
                <a:ea typeface="Rubik"/>
                <a:cs typeface="Rubik"/>
                <a:sym typeface="Rubik"/>
              </a:rPr>
              <a:t>נושא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9"/>
          <p:cNvSpPr/>
          <p:nvPr/>
        </p:nvSpPr>
        <p:spPr>
          <a:xfrm>
            <a:off x="4286250" y="2331725"/>
            <a:ext cx="39435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ubik"/>
              <a:buNone/>
            </a:pPr>
            <a:r>
              <a:rPr lang="en-US" sz="15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rPr>
              <a:t>תיאור של הנושא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9"/>
          <p:cNvSpPr/>
          <p:nvPr/>
        </p:nvSpPr>
        <p:spPr>
          <a:xfrm>
            <a:off x="8412480" y="2834640"/>
            <a:ext cx="137160" cy="777240"/>
          </a:xfrm>
          <a:prstGeom prst="rect">
            <a:avLst/>
          </a:prstGeom>
          <a:solidFill>
            <a:srgbClr val="93DC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p39"/>
          <p:cNvSpPr/>
          <p:nvPr/>
        </p:nvSpPr>
        <p:spPr>
          <a:xfrm>
            <a:off x="6550675" y="2834650"/>
            <a:ext cx="1678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292920"/>
              </a:buClr>
              <a:buSzPts val="1800"/>
              <a:buFont typeface="Rubik"/>
              <a:buNone/>
            </a:pPr>
            <a:r>
              <a:rPr b="1" lang="en-US" sz="1800">
                <a:solidFill>
                  <a:srgbClr val="292920"/>
                </a:solidFill>
                <a:latin typeface="Rubik"/>
                <a:ea typeface="Rubik"/>
                <a:cs typeface="Rubik"/>
                <a:sym typeface="Rubik"/>
              </a:rPr>
              <a:t>נושא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9"/>
          <p:cNvSpPr/>
          <p:nvPr/>
        </p:nvSpPr>
        <p:spPr>
          <a:xfrm>
            <a:off x="3890875" y="3200400"/>
            <a:ext cx="4338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ubik"/>
              <a:buNone/>
            </a:pPr>
            <a:r>
              <a:rPr lang="en-US" sz="15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rPr>
              <a:t>תיאור של הנושא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9"/>
          <p:cNvSpPr/>
          <p:nvPr/>
        </p:nvSpPr>
        <p:spPr>
          <a:xfrm>
            <a:off x="8412480" y="3703320"/>
            <a:ext cx="137160" cy="777240"/>
          </a:xfrm>
          <a:prstGeom prst="rect">
            <a:avLst/>
          </a:prstGeom>
          <a:solidFill>
            <a:srgbClr val="2669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39"/>
          <p:cNvSpPr/>
          <p:nvPr/>
        </p:nvSpPr>
        <p:spPr>
          <a:xfrm>
            <a:off x="548640" y="370332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292920"/>
              </a:buClr>
              <a:buSzPts val="1800"/>
              <a:buFont typeface="Rubik"/>
              <a:buNone/>
            </a:pPr>
            <a:r>
              <a:rPr b="1" lang="en-US" sz="1800">
                <a:solidFill>
                  <a:srgbClr val="292920"/>
                </a:solidFill>
                <a:latin typeface="Rubik"/>
                <a:ea typeface="Rubik"/>
                <a:cs typeface="Rubik"/>
                <a:sym typeface="Rubik"/>
              </a:rPr>
              <a:t>נושא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9"/>
          <p:cNvSpPr/>
          <p:nvPr/>
        </p:nvSpPr>
        <p:spPr>
          <a:xfrm>
            <a:off x="2674722" y="4069075"/>
            <a:ext cx="5554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ubik"/>
              <a:buNone/>
            </a:pPr>
            <a:r>
              <a:rPr lang="en-US" sz="1500">
                <a:solidFill>
                  <a:schemeClr val="dk2"/>
                </a:solidFill>
                <a:latin typeface="Rubik"/>
                <a:ea typeface="Rubik"/>
                <a:cs typeface="Rubik"/>
                <a:sym typeface="Rubik"/>
              </a:rPr>
              <a:t>תיאור של הנושא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9"/>
          <p:cNvSpPr/>
          <p:nvPr/>
        </p:nvSpPr>
        <p:spPr>
          <a:xfrm>
            <a:off x="472450" y="1935473"/>
            <a:ext cx="2263800" cy="1417200"/>
          </a:xfrm>
          <a:prstGeom prst="rect">
            <a:avLst/>
          </a:prstGeom>
          <a:solidFill>
            <a:srgbClr val="FFF3E0"/>
          </a:solidFill>
          <a:ln cap="flat" cmpd="sng" w="12700">
            <a:solidFill>
              <a:srgbClr val="FFB74D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9"/>
          <p:cNvSpPr/>
          <p:nvPr/>
        </p:nvSpPr>
        <p:spPr>
          <a:xfrm>
            <a:off x="577000" y="2015875"/>
            <a:ext cx="2054700" cy="125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E65100"/>
              </a:buClr>
              <a:buSzPts val="1500"/>
              <a:buFont typeface="Rubik"/>
              <a:buNone/>
            </a:pPr>
            <a:r>
              <a:rPr b="1" i="0" lang="en-US" sz="1500" u="none" cap="none" strike="noStrike">
                <a:solidFill>
                  <a:srgbClr val="E65100"/>
                </a:solidFill>
                <a:latin typeface="Rubik"/>
                <a:ea typeface="Rubik"/>
                <a:cs typeface="Rubik"/>
                <a:sym typeface="Rubik"/>
              </a:rPr>
              <a:t>💡 </a:t>
            </a:r>
            <a:r>
              <a:rPr b="1" lang="en-US" sz="1500">
                <a:solidFill>
                  <a:srgbClr val="E65100"/>
                </a:solidFill>
                <a:latin typeface="Rubik"/>
                <a:ea typeface="Rubik"/>
                <a:cs typeface="Rubik"/>
                <a:sym typeface="Rubik"/>
              </a:rPr>
              <a:t>טיפ</a:t>
            </a:r>
            <a:r>
              <a:rPr b="1" i="0" lang="en-US" sz="1500" u="none" cap="none" strike="noStrike">
                <a:solidFill>
                  <a:srgbClr val="E65100"/>
                </a:solidFill>
                <a:latin typeface="Rubik"/>
                <a:ea typeface="Rubik"/>
                <a:cs typeface="Rubik"/>
                <a:sym typeface="Rubik"/>
              </a:rPr>
              <a:t>: </a:t>
            </a:r>
            <a:br>
              <a:rPr b="0" i="0" lang="en-US" sz="1500" u="none" cap="none" strike="noStrike">
                <a:solidFill>
                  <a:srgbClr val="E65100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lang="en-US" sz="1500">
                <a:solidFill>
                  <a:srgbClr val="E65100"/>
                </a:solidFill>
                <a:latin typeface="Rubik"/>
                <a:ea typeface="Rubik"/>
                <a:cs typeface="Rubik"/>
                <a:sym typeface="Rubik"/>
              </a:rPr>
              <a:t>עוד תוכן שיכול לעזור ולהיות קשור לנושאים השונים אך. ניתן למחוק את התיבה אם אין צורך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9"/>
          <p:cNvSpPr/>
          <p:nvPr/>
        </p:nvSpPr>
        <p:spPr>
          <a:xfrm>
            <a:off x="365760" y="457200"/>
            <a:ext cx="7498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292920"/>
              </a:buClr>
              <a:buSzPts val="3800"/>
              <a:buFont typeface="Rubik"/>
              <a:buNone/>
            </a:pPr>
            <a:r>
              <a:rPr b="1" lang="en-US" sz="2800">
                <a:solidFill>
                  <a:srgbClr val="292920"/>
                </a:solidFill>
                <a:latin typeface="Rubik"/>
                <a:ea typeface="Rubik"/>
                <a:cs typeface="Rubik"/>
                <a:sym typeface="Rubik"/>
              </a:rPr>
              <a:t>נושאים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40"/>
          <p:cNvSpPr/>
          <p:nvPr/>
        </p:nvSpPr>
        <p:spPr>
          <a:xfrm>
            <a:off x="365760" y="457200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292920"/>
              </a:buClr>
              <a:buSzPts val="3800"/>
              <a:buFont typeface="Rubik"/>
              <a:buNone/>
            </a:pPr>
            <a:r>
              <a:rPr b="1" lang="en-US" sz="2800">
                <a:solidFill>
                  <a:srgbClr val="292920"/>
                </a:solidFill>
                <a:latin typeface="Rubik"/>
                <a:ea typeface="Rubik"/>
                <a:cs typeface="Rubik"/>
                <a:sym typeface="Rubik"/>
              </a:rPr>
              <a:t>כותרת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40"/>
          <p:cNvSpPr/>
          <p:nvPr/>
        </p:nvSpPr>
        <p:spPr>
          <a:xfrm>
            <a:off x="548650" y="1097276"/>
            <a:ext cx="8046600" cy="6402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40"/>
          <p:cNvSpPr/>
          <p:nvPr/>
        </p:nvSpPr>
        <p:spPr>
          <a:xfrm>
            <a:off x="8482873" y="1097277"/>
            <a:ext cx="112500" cy="640200"/>
          </a:xfrm>
          <a:prstGeom prst="rect">
            <a:avLst/>
          </a:prstGeom>
          <a:solidFill>
            <a:srgbClr val="2669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40"/>
          <p:cNvSpPr/>
          <p:nvPr/>
        </p:nvSpPr>
        <p:spPr>
          <a:xfrm>
            <a:off x="731520" y="1143000"/>
            <a:ext cx="74980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292920"/>
              </a:buClr>
              <a:buSzPts val="2200"/>
              <a:buFont typeface="Rubik"/>
              <a:buNone/>
            </a:pPr>
            <a:r>
              <a:rPr b="0" i="1" lang="en-US" sz="1800" u="none" cap="none" strike="noStrike">
                <a:solidFill>
                  <a:srgbClr val="292920"/>
                </a:solidFill>
                <a:latin typeface="Rubik"/>
                <a:ea typeface="Rubik"/>
                <a:cs typeface="Rubik"/>
                <a:sym typeface="Rubik"/>
              </a:rPr>
              <a:t>"</a:t>
            </a:r>
            <a:r>
              <a:rPr i="1" lang="en-US" sz="1800">
                <a:solidFill>
                  <a:srgbClr val="292920"/>
                </a:solidFill>
                <a:latin typeface="Rubik"/>
                <a:ea typeface="Rubik"/>
                <a:cs typeface="Rubik"/>
                <a:sym typeface="Rubik"/>
              </a:rPr>
              <a:t>ציטוט על משהו מגניב מעולם שאמור לייצר תדהמה בכיתה</a:t>
            </a:r>
            <a:r>
              <a:rPr b="0" i="1" lang="en-US" sz="1800" u="none" cap="none" strike="noStrike">
                <a:solidFill>
                  <a:srgbClr val="292920"/>
                </a:solidFill>
                <a:latin typeface="Rubik"/>
                <a:ea typeface="Rubik"/>
                <a:cs typeface="Rubik"/>
                <a:sym typeface="Rubik"/>
              </a:rPr>
              <a:t>"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40"/>
          <p:cNvSpPr/>
          <p:nvPr/>
        </p:nvSpPr>
        <p:spPr>
          <a:xfrm>
            <a:off x="825475" y="1257275"/>
            <a:ext cx="1826400" cy="30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ubik"/>
              <a:buNone/>
            </a:pPr>
            <a:r>
              <a:rPr lang="en-US" sz="1800">
                <a:solidFill>
                  <a:srgbClr val="666666"/>
                </a:solidFill>
                <a:latin typeface="Rubik"/>
                <a:ea typeface="Rubik"/>
                <a:cs typeface="Rubik"/>
                <a:sym typeface="Rubik"/>
              </a:rPr>
              <a:t>שם של מפורסם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40"/>
          <p:cNvSpPr/>
          <p:nvPr/>
        </p:nvSpPr>
        <p:spPr>
          <a:xfrm>
            <a:off x="548640" y="1889760"/>
            <a:ext cx="804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292920"/>
              </a:buClr>
              <a:buSzPts val="1800"/>
              <a:buFont typeface="Rubik"/>
              <a:buNone/>
            </a:pPr>
            <a:r>
              <a:rPr b="1" lang="en-US" sz="1800">
                <a:solidFill>
                  <a:srgbClr val="292920"/>
                </a:solidFill>
                <a:latin typeface="Rubik"/>
                <a:ea typeface="Rubik"/>
                <a:cs typeface="Rubik"/>
                <a:sym typeface="Rubik"/>
              </a:rPr>
              <a:t>כותרת משנית</a:t>
            </a:r>
            <a:r>
              <a:rPr b="1" i="0" lang="en-US" sz="1800" u="none" cap="none" strike="noStrike">
                <a:solidFill>
                  <a:srgbClr val="292920"/>
                </a:solidFill>
                <a:latin typeface="Rubik"/>
                <a:ea typeface="Rubik"/>
                <a:cs typeface="Rubik"/>
                <a:sym typeface="Rubik"/>
              </a:rPr>
              <a:t>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40"/>
          <p:cNvSpPr/>
          <p:nvPr/>
        </p:nvSpPr>
        <p:spPr>
          <a:xfrm>
            <a:off x="5731646" y="2399463"/>
            <a:ext cx="1826400" cy="1022700"/>
          </a:xfrm>
          <a:prstGeom prst="roundRect">
            <a:avLst>
              <a:gd fmla="val 5714" name="adj"/>
            </a:avLst>
          </a:prstGeom>
          <a:solidFill>
            <a:srgbClr val="2669F6"/>
          </a:solidFill>
          <a:ln cap="flat" cmpd="sng" w="10150">
            <a:solidFill>
              <a:srgbClr val="2669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40"/>
          <p:cNvSpPr/>
          <p:nvPr/>
        </p:nvSpPr>
        <p:spPr>
          <a:xfrm>
            <a:off x="5731646" y="2399463"/>
            <a:ext cx="1826400" cy="102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00" lIns="73050" spcFirstLastPara="1" rIns="73050" wrap="square" tIns="365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7"/>
              <a:buFont typeface="Rubik"/>
              <a:buNone/>
            </a:pPr>
            <a:r>
              <a:rPr b="1" lang="en-US" sz="24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משהו</a:t>
            </a:r>
            <a:endParaRPr b="0" i="0" sz="2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40"/>
          <p:cNvSpPr/>
          <p:nvPr/>
        </p:nvSpPr>
        <p:spPr>
          <a:xfrm>
            <a:off x="5501840" y="3486882"/>
            <a:ext cx="228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ubik"/>
              <a:buNone/>
            </a:pPr>
            <a:r>
              <a:rPr lang="en-US">
                <a:solidFill>
                  <a:srgbClr val="666666"/>
                </a:solidFill>
                <a:latin typeface="Rubik"/>
                <a:ea typeface="Rubik"/>
                <a:cs typeface="Rubik"/>
                <a:sym typeface="Rubik"/>
              </a:rPr>
              <a:t>מה זה המשהו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40"/>
          <p:cNvSpPr/>
          <p:nvPr/>
        </p:nvSpPr>
        <p:spPr>
          <a:xfrm>
            <a:off x="4372625" y="3859775"/>
            <a:ext cx="292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00" lIns="73050" spcFirstLastPara="1" rIns="73050" wrap="square" tIns="365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2920"/>
              </a:buClr>
              <a:buSzPts val="2237"/>
              <a:buFont typeface="Rubik"/>
              <a:buNone/>
            </a:pPr>
            <a:r>
              <a:rPr b="1" lang="en-US" sz="2236">
                <a:solidFill>
                  <a:srgbClr val="292920"/>
                </a:solidFill>
                <a:latin typeface="Rubik"/>
                <a:ea typeface="Rubik"/>
                <a:cs typeface="Rubik"/>
                <a:sym typeface="Rubik"/>
              </a:rPr>
              <a:t>=</a:t>
            </a:r>
            <a:endParaRPr b="0" i="0" sz="22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40"/>
          <p:cNvSpPr/>
          <p:nvPr/>
        </p:nvSpPr>
        <p:spPr>
          <a:xfrm>
            <a:off x="3613116" y="2399463"/>
            <a:ext cx="1826400" cy="1022700"/>
          </a:xfrm>
          <a:prstGeom prst="roundRect">
            <a:avLst>
              <a:gd fmla="val 5714" name="adj"/>
            </a:avLst>
          </a:prstGeom>
          <a:solidFill>
            <a:srgbClr val="FF70A3"/>
          </a:solidFill>
          <a:ln cap="flat" cmpd="sng" w="10150">
            <a:solidFill>
              <a:srgbClr val="FF70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40"/>
          <p:cNvSpPr/>
          <p:nvPr/>
        </p:nvSpPr>
        <p:spPr>
          <a:xfrm>
            <a:off x="3613116" y="2399463"/>
            <a:ext cx="1826400" cy="102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00" lIns="73050" spcFirstLastPara="1" rIns="73050" wrap="square" tIns="365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7"/>
              <a:buFont typeface="Rubik"/>
              <a:buNone/>
            </a:pPr>
            <a:r>
              <a:rPr b="1" lang="en-US" sz="2400">
                <a:latin typeface="Rubik"/>
                <a:ea typeface="Rubik"/>
                <a:cs typeface="Rubik"/>
                <a:sym typeface="Rubik"/>
              </a:rPr>
              <a:t>משהו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40"/>
          <p:cNvSpPr/>
          <p:nvPr/>
        </p:nvSpPr>
        <p:spPr>
          <a:xfrm>
            <a:off x="3383330" y="3486907"/>
            <a:ext cx="228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ubik"/>
              <a:buNone/>
            </a:pPr>
            <a:r>
              <a:rPr lang="en-US">
                <a:solidFill>
                  <a:srgbClr val="666666"/>
                </a:solidFill>
                <a:latin typeface="Rubik"/>
                <a:ea typeface="Rubik"/>
                <a:cs typeface="Rubik"/>
                <a:sym typeface="Rubik"/>
              </a:rPr>
              <a:t>מה זה המשהו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40"/>
          <p:cNvSpPr/>
          <p:nvPr/>
        </p:nvSpPr>
        <p:spPr>
          <a:xfrm>
            <a:off x="3320900" y="2754902"/>
            <a:ext cx="292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00" lIns="73050" spcFirstLastPara="1" rIns="73050" wrap="square" tIns="36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920"/>
              </a:buClr>
              <a:buSzPts val="2237"/>
              <a:buFont typeface="Rubik"/>
              <a:buNone/>
            </a:pPr>
            <a:r>
              <a:rPr b="1" i="0" lang="en-US" sz="2236" u="none" cap="none" strike="noStrike">
                <a:solidFill>
                  <a:srgbClr val="292920"/>
                </a:solidFill>
                <a:latin typeface="Rubik"/>
                <a:ea typeface="Rubik"/>
                <a:cs typeface="Rubik"/>
                <a:sym typeface="Rubik"/>
              </a:rPr>
              <a:t>+</a:t>
            </a:r>
            <a:endParaRPr b="0" i="0" sz="22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40"/>
          <p:cNvSpPr/>
          <p:nvPr/>
        </p:nvSpPr>
        <p:spPr>
          <a:xfrm>
            <a:off x="1494586" y="2399463"/>
            <a:ext cx="1826400" cy="1022700"/>
          </a:xfrm>
          <a:prstGeom prst="roundRect">
            <a:avLst>
              <a:gd fmla="val 5714" name="adj"/>
            </a:avLst>
          </a:prstGeom>
          <a:solidFill>
            <a:srgbClr val="93DC88"/>
          </a:solidFill>
          <a:ln cap="flat" cmpd="sng" w="10150">
            <a:solidFill>
              <a:srgbClr val="93DC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3050" lIns="73050" spcFirstLastPara="1" rIns="73050" wrap="square" tIns="730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40"/>
          <p:cNvSpPr/>
          <p:nvPr/>
        </p:nvSpPr>
        <p:spPr>
          <a:xfrm>
            <a:off x="1494586" y="2399463"/>
            <a:ext cx="1826400" cy="102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00" lIns="73050" spcFirstLastPara="1" rIns="73050" wrap="square" tIns="365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57"/>
              <a:buFont typeface="Rubik"/>
              <a:buNone/>
            </a:pPr>
            <a:r>
              <a:rPr b="1" lang="en-US" sz="2400">
                <a:latin typeface="Rubik"/>
                <a:ea typeface="Rubik"/>
                <a:cs typeface="Rubik"/>
                <a:sym typeface="Rubik"/>
              </a:rPr>
              <a:t>משהו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40"/>
          <p:cNvSpPr/>
          <p:nvPr/>
        </p:nvSpPr>
        <p:spPr>
          <a:xfrm>
            <a:off x="1097320" y="3486882"/>
            <a:ext cx="2286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ubik"/>
              <a:buNone/>
            </a:pPr>
            <a:r>
              <a:rPr lang="en-US">
                <a:solidFill>
                  <a:srgbClr val="666666"/>
                </a:solidFill>
                <a:latin typeface="Rubik"/>
                <a:ea typeface="Rubik"/>
                <a:cs typeface="Rubik"/>
                <a:sym typeface="Rubik"/>
              </a:rPr>
              <a:t>מה זה המשהו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40"/>
          <p:cNvSpPr/>
          <p:nvPr/>
        </p:nvSpPr>
        <p:spPr>
          <a:xfrm>
            <a:off x="548640" y="4223832"/>
            <a:ext cx="80466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2669F6"/>
              </a:buClr>
              <a:buSzPts val="2400"/>
              <a:buFont typeface="Rubik"/>
              <a:buNone/>
            </a:pPr>
            <a:r>
              <a:rPr b="1" lang="en-US" sz="3200">
                <a:solidFill>
                  <a:srgbClr val="FF9900"/>
                </a:solidFill>
                <a:latin typeface="Rubik"/>
                <a:ea typeface="Rubik"/>
                <a:cs typeface="Rubik"/>
                <a:sym typeface="Rubik"/>
              </a:rPr>
              <a:t>משהו</a:t>
            </a:r>
            <a:r>
              <a:rPr b="1" i="0" lang="en-US" sz="3200" u="none" cap="none" strike="noStrike">
                <a:solidFill>
                  <a:srgbClr val="FF9900"/>
                </a:solidFill>
                <a:latin typeface="Rubik"/>
                <a:ea typeface="Rubik"/>
                <a:cs typeface="Rubik"/>
                <a:sym typeface="Rubik"/>
              </a:rPr>
              <a:t> חזק</a:t>
            </a:r>
            <a:endParaRPr b="0" i="0" sz="3200" u="none" cap="none" strike="noStrike">
              <a:solidFill>
                <a:srgbClr val="FF99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40"/>
          <p:cNvSpPr/>
          <p:nvPr/>
        </p:nvSpPr>
        <p:spPr>
          <a:xfrm>
            <a:off x="5439550" y="2749927"/>
            <a:ext cx="292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6500" lIns="73050" spcFirstLastPara="1" rIns="73050" wrap="square" tIns="365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92920"/>
              </a:buClr>
              <a:buSzPts val="2237"/>
              <a:buFont typeface="Rubik"/>
              <a:buNone/>
            </a:pPr>
            <a:r>
              <a:rPr b="1" i="0" lang="en-US" sz="2236" u="none" cap="none" strike="noStrike">
                <a:solidFill>
                  <a:srgbClr val="292920"/>
                </a:solidFill>
                <a:latin typeface="Rubik"/>
                <a:ea typeface="Rubik"/>
                <a:cs typeface="Rubik"/>
                <a:sym typeface="Rubik"/>
              </a:rPr>
              <a:t>+</a:t>
            </a:r>
            <a:endParaRPr b="0" i="0" sz="223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41"/>
          <p:cNvSpPr/>
          <p:nvPr/>
        </p:nvSpPr>
        <p:spPr>
          <a:xfrm>
            <a:off x="493646" y="1471200"/>
            <a:ext cx="8162884" cy="2964890"/>
          </a:xfrm>
          <a:custGeom>
            <a:rect b="b" l="l" r="r" t="t"/>
            <a:pathLst>
              <a:path extrusionOk="0" h="6855238" w="7925130">
                <a:moveTo>
                  <a:pt x="0" y="0"/>
                </a:moveTo>
                <a:lnTo>
                  <a:pt x="7925130" y="0"/>
                </a:lnTo>
                <a:lnTo>
                  <a:pt x="7925130" y="6855238"/>
                </a:lnTo>
                <a:lnTo>
                  <a:pt x="0" y="685523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321" name="Google Shape;321;p41"/>
          <p:cNvSpPr/>
          <p:nvPr/>
        </p:nvSpPr>
        <p:spPr>
          <a:xfrm>
            <a:off x="365760" y="457200"/>
            <a:ext cx="7498200" cy="6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292920"/>
              </a:buClr>
              <a:buSzPts val="3800"/>
              <a:buFont typeface="Rubik"/>
              <a:buNone/>
            </a:pPr>
            <a:r>
              <a:rPr b="1" lang="en-US" sz="2800">
                <a:solidFill>
                  <a:srgbClr val="292920"/>
                </a:solidFill>
                <a:latin typeface="Rubik"/>
                <a:ea typeface="Rubik"/>
                <a:cs typeface="Rubik"/>
                <a:sym typeface="Rubik"/>
              </a:rPr>
              <a:t>כותרת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41"/>
          <p:cNvSpPr/>
          <p:nvPr/>
        </p:nvSpPr>
        <p:spPr>
          <a:xfrm>
            <a:off x="1371600" y="3596640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ubik"/>
              <a:buNone/>
            </a:pPr>
            <a:r>
              <a:rPr b="1" lang="en-US" sz="1800">
                <a:latin typeface="Rubik"/>
                <a:ea typeface="Rubik"/>
                <a:cs typeface="Rubik"/>
                <a:sym typeface="Rubik"/>
              </a:rPr>
              <a:t>הבסיס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41"/>
          <p:cNvSpPr/>
          <p:nvPr/>
        </p:nvSpPr>
        <p:spPr>
          <a:xfrm>
            <a:off x="1371600" y="3962400"/>
            <a:ext cx="64008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292920"/>
              </a:buClr>
              <a:buSzPts val="1400"/>
              <a:buFont typeface="Rubik"/>
              <a:buNone/>
            </a:pPr>
            <a:r>
              <a:rPr lang="en-US">
                <a:solidFill>
                  <a:srgbClr val="292920"/>
                </a:solidFill>
                <a:latin typeface="Rubik"/>
                <a:ea typeface="Rubik"/>
                <a:cs typeface="Rubik"/>
                <a:sym typeface="Rubik"/>
              </a:rPr>
              <a:t>הסבר על החלק הזה. שאלה שמעניין לענות עליה בכיתה?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41"/>
          <p:cNvSpPr/>
          <p:nvPr/>
        </p:nvSpPr>
        <p:spPr>
          <a:xfrm>
            <a:off x="2286000" y="257291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ubik"/>
              <a:buNone/>
            </a:pPr>
            <a:r>
              <a:rPr b="1" lang="en-US" sz="1800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מעמד הביניים</a:t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41"/>
          <p:cNvSpPr/>
          <p:nvPr/>
        </p:nvSpPr>
        <p:spPr>
          <a:xfrm>
            <a:off x="2286000" y="2938670"/>
            <a:ext cx="45720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292920"/>
              </a:buClr>
              <a:buSzPts val="1400"/>
              <a:buFont typeface="Rubik"/>
              <a:buNone/>
            </a:pPr>
            <a:r>
              <a:rPr lang="en-US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הסבר קצר על החלק הזה </a:t>
            </a:r>
            <a:r>
              <a:rPr lang="en-US">
                <a:solidFill>
                  <a:schemeClr val="lt1"/>
                </a:solidFill>
                <a:latin typeface="Rubik"/>
                <a:ea typeface="Rubik"/>
                <a:cs typeface="Rubik"/>
                <a:sym typeface="Rubik"/>
              </a:rPr>
              <a:t>בפירמידה</a:t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41"/>
          <p:cNvSpPr/>
          <p:nvPr/>
        </p:nvSpPr>
        <p:spPr>
          <a:xfrm>
            <a:off x="3200400" y="16916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ubik"/>
              <a:buNone/>
            </a:pPr>
            <a:r>
              <a:rPr b="1" lang="en-US" sz="18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הקצה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41"/>
          <p:cNvSpPr/>
          <p:nvPr/>
        </p:nvSpPr>
        <p:spPr>
          <a:xfrm>
            <a:off x="3200400" y="2057400"/>
            <a:ext cx="27432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ubik"/>
              <a:buNone/>
            </a:pPr>
            <a:r>
              <a:rPr lang="en-US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הסבר קצר על הקצה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2"/>
          <p:cNvSpPr/>
          <p:nvPr/>
        </p:nvSpPr>
        <p:spPr>
          <a:xfrm>
            <a:off x="365760" y="457200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292920"/>
              </a:buClr>
              <a:buSzPts val="3800"/>
              <a:buFont typeface="Rubik"/>
              <a:buNone/>
            </a:pPr>
            <a:r>
              <a:rPr b="1" lang="en-US" sz="2800">
                <a:solidFill>
                  <a:srgbClr val="292920"/>
                </a:solidFill>
                <a:latin typeface="Rubik"/>
                <a:ea typeface="Rubik"/>
                <a:cs typeface="Rubik"/>
                <a:sym typeface="Rubik"/>
              </a:rPr>
              <a:t>כותרת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42"/>
          <p:cNvSpPr/>
          <p:nvPr/>
        </p:nvSpPr>
        <p:spPr>
          <a:xfrm>
            <a:off x="7863840" y="1188720"/>
            <a:ext cx="640080" cy="640080"/>
          </a:xfrm>
          <a:prstGeom prst="roundRect">
            <a:avLst>
              <a:gd fmla="val 14286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42"/>
          <p:cNvSpPr/>
          <p:nvPr/>
        </p:nvSpPr>
        <p:spPr>
          <a:xfrm>
            <a:off x="7863840" y="1188720"/>
            <a:ext cx="640080" cy="64008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📖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42"/>
          <p:cNvSpPr/>
          <p:nvPr/>
        </p:nvSpPr>
        <p:spPr>
          <a:xfrm>
            <a:off x="548640" y="1188720"/>
            <a:ext cx="7040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292920"/>
              </a:buClr>
              <a:buSzPts val="2000"/>
              <a:buFont typeface="Rubik"/>
              <a:buNone/>
            </a:pPr>
            <a:r>
              <a:rPr lang="en-US" sz="2000">
                <a:solidFill>
                  <a:srgbClr val="292920"/>
                </a:solidFill>
                <a:latin typeface="Rubik"/>
                <a:ea typeface="Rubik"/>
                <a:cs typeface="Rubik"/>
                <a:sym typeface="Rubik"/>
              </a:rPr>
              <a:t>משפט קצר שמסביר עקרון כלשהו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42"/>
          <p:cNvSpPr/>
          <p:nvPr/>
        </p:nvSpPr>
        <p:spPr>
          <a:xfrm>
            <a:off x="7863840" y="2011680"/>
            <a:ext cx="640080" cy="640080"/>
          </a:xfrm>
          <a:prstGeom prst="roundRect">
            <a:avLst>
              <a:gd fmla="val 14286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42"/>
          <p:cNvSpPr/>
          <p:nvPr/>
        </p:nvSpPr>
        <p:spPr>
          <a:xfrm>
            <a:off x="7863840" y="2011680"/>
            <a:ext cx="640080" cy="64008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💬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42"/>
          <p:cNvSpPr/>
          <p:nvPr/>
        </p:nvSpPr>
        <p:spPr>
          <a:xfrm>
            <a:off x="548640" y="2011680"/>
            <a:ext cx="7040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"/>
              <a:buNone/>
            </a:pPr>
            <a:r>
              <a:rPr lang="en-US" sz="20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משפט קצר שמסביר עקרון כלשהו</a:t>
            </a:r>
            <a:endParaRPr sz="200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40" name="Google Shape;340;p42"/>
          <p:cNvSpPr/>
          <p:nvPr/>
        </p:nvSpPr>
        <p:spPr>
          <a:xfrm>
            <a:off x="7863840" y="2834640"/>
            <a:ext cx="640080" cy="640080"/>
          </a:xfrm>
          <a:prstGeom prst="roundRect">
            <a:avLst>
              <a:gd fmla="val 14286" name="adj"/>
            </a:avLst>
          </a:prstGeom>
          <a:solidFill>
            <a:srgbClr val="F5F5F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42"/>
          <p:cNvSpPr/>
          <p:nvPr/>
        </p:nvSpPr>
        <p:spPr>
          <a:xfrm>
            <a:off x="7863840" y="2834640"/>
            <a:ext cx="640080" cy="64008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🤖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42"/>
          <p:cNvSpPr/>
          <p:nvPr/>
        </p:nvSpPr>
        <p:spPr>
          <a:xfrm>
            <a:off x="548640" y="2834640"/>
            <a:ext cx="70408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ubik"/>
              <a:buNone/>
            </a:pPr>
            <a:r>
              <a:rPr lang="en-US" sz="20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משפט קצר שמסביר עקרון כלשהו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42"/>
          <p:cNvSpPr/>
          <p:nvPr/>
        </p:nvSpPr>
        <p:spPr>
          <a:xfrm>
            <a:off x="548640" y="3627120"/>
            <a:ext cx="8046600" cy="100590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42"/>
          <p:cNvSpPr/>
          <p:nvPr/>
        </p:nvSpPr>
        <p:spPr>
          <a:xfrm>
            <a:off x="731520" y="3718560"/>
            <a:ext cx="7680900" cy="36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ubik"/>
              <a:buNone/>
            </a:pPr>
            <a:r>
              <a:rPr b="1" lang="en-US" sz="20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כותרת נוספת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42"/>
          <p:cNvSpPr/>
          <p:nvPr/>
        </p:nvSpPr>
        <p:spPr>
          <a:xfrm>
            <a:off x="731520" y="4084320"/>
            <a:ext cx="76809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ubik"/>
              <a:buNone/>
            </a:pPr>
            <a:r>
              <a:rPr lang="en-US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משפט קצר שמסביר עקרון כלשהו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43"/>
          <p:cNvSpPr/>
          <p:nvPr/>
        </p:nvSpPr>
        <p:spPr>
          <a:xfrm>
            <a:off x="365760" y="457200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292920"/>
              </a:buClr>
              <a:buSzPts val="3800"/>
              <a:buFont typeface="Rubik"/>
              <a:buNone/>
            </a:pPr>
            <a:r>
              <a:rPr b="1" lang="en-US" sz="2800">
                <a:solidFill>
                  <a:srgbClr val="292920"/>
                </a:solidFill>
                <a:latin typeface="Rubik"/>
                <a:ea typeface="Rubik"/>
                <a:cs typeface="Rubik"/>
                <a:sym typeface="Rubik"/>
              </a:rPr>
              <a:t>כותרת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43"/>
          <p:cNvSpPr/>
          <p:nvPr/>
        </p:nvSpPr>
        <p:spPr>
          <a:xfrm>
            <a:off x="6400800" y="1280160"/>
            <a:ext cx="2560320" cy="22860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2669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43"/>
          <p:cNvSpPr/>
          <p:nvPr/>
        </p:nvSpPr>
        <p:spPr>
          <a:xfrm>
            <a:off x="6400800" y="146304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t/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43"/>
          <p:cNvSpPr/>
          <p:nvPr/>
        </p:nvSpPr>
        <p:spPr>
          <a:xfrm>
            <a:off x="6400800" y="20116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2669F6"/>
              </a:buClr>
              <a:buSzPts val="2000"/>
              <a:buFont typeface="Rubik"/>
              <a:buNone/>
            </a:pPr>
            <a:r>
              <a:rPr b="1" lang="en-US" sz="2000">
                <a:solidFill>
                  <a:srgbClr val="2669F6"/>
                </a:solidFill>
                <a:latin typeface="Rubik"/>
                <a:ea typeface="Rubik"/>
                <a:cs typeface="Rubik"/>
                <a:sym typeface="Rubik"/>
              </a:rPr>
              <a:t>רכיב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43"/>
          <p:cNvSpPr/>
          <p:nvPr/>
        </p:nvSpPr>
        <p:spPr>
          <a:xfrm>
            <a:off x="6537960" y="251460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292920"/>
              </a:buClr>
              <a:buSzPts val="1400"/>
              <a:buFont typeface="Rubik"/>
              <a:buNone/>
            </a:pPr>
            <a:r>
              <a:rPr lang="en-US">
                <a:solidFill>
                  <a:srgbClr val="292920"/>
                </a:solidFill>
                <a:latin typeface="Rubik"/>
                <a:ea typeface="Rubik"/>
                <a:cs typeface="Rubik"/>
                <a:sym typeface="Rubik"/>
              </a:rPr>
              <a:t>הסבר יחסית ארוך על הרכיב שמופיע פה.</a:t>
            </a:r>
            <a:br>
              <a:rPr lang="en-US">
                <a:solidFill>
                  <a:srgbClr val="292920"/>
                </a:solidFill>
                <a:latin typeface="Rubik"/>
                <a:ea typeface="Rubik"/>
                <a:cs typeface="Rubik"/>
                <a:sym typeface="Rubik"/>
              </a:rPr>
            </a:br>
            <a:r>
              <a:rPr lang="en-US">
                <a:solidFill>
                  <a:srgbClr val="292920"/>
                </a:solidFill>
                <a:latin typeface="Rubik"/>
                <a:ea typeface="Rubik"/>
                <a:cs typeface="Rubik"/>
                <a:sym typeface="Rubik"/>
              </a:rPr>
              <a:t>כדאי להוסיף אייקון או אימוג׳י רלוונטי שיהיה ברור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43"/>
          <p:cNvSpPr/>
          <p:nvPr/>
        </p:nvSpPr>
        <p:spPr>
          <a:xfrm>
            <a:off x="3520440" y="1280160"/>
            <a:ext cx="2560320" cy="22860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FF70A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43"/>
          <p:cNvSpPr/>
          <p:nvPr/>
        </p:nvSpPr>
        <p:spPr>
          <a:xfrm>
            <a:off x="3520440" y="146304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🎨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43"/>
          <p:cNvSpPr/>
          <p:nvPr/>
        </p:nvSpPr>
        <p:spPr>
          <a:xfrm>
            <a:off x="3520440" y="20116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FF70A3"/>
              </a:buClr>
              <a:buSzPts val="2000"/>
              <a:buFont typeface="Rubik"/>
              <a:buNone/>
            </a:pPr>
            <a:r>
              <a:rPr b="1" lang="en-US" sz="2000">
                <a:solidFill>
                  <a:srgbClr val="FF70A3"/>
                </a:solidFill>
                <a:latin typeface="Rubik"/>
                <a:ea typeface="Rubik"/>
                <a:cs typeface="Rubik"/>
                <a:sym typeface="Rubik"/>
              </a:rPr>
              <a:t>רכיב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43"/>
          <p:cNvSpPr/>
          <p:nvPr/>
        </p:nvSpPr>
        <p:spPr>
          <a:xfrm>
            <a:off x="3657600" y="251460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292920"/>
              </a:buClr>
              <a:buSzPts val="1400"/>
              <a:buFont typeface="Rubik"/>
              <a:buNone/>
            </a:pPr>
            <a:r>
              <a:rPr lang="en-US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יהיה טוב אם התוכן של כל רכיב יהיה באותו אורך.</a:t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292920"/>
              </a:buClr>
              <a:buSzPts val="1400"/>
              <a:buFont typeface="Rubik"/>
              <a:buNone/>
            </a:pPr>
            <a:r>
              <a:rPr lang="en-US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ככה זה נראה נקי יותר בעין של הקורא</a:t>
            </a:r>
            <a:endParaRPr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60" name="Google Shape;360;p43"/>
          <p:cNvSpPr/>
          <p:nvPr/>
        </p:nvSpPr>
        <p:spPr>
          <a:xfrm>
            <a:off x="640080" y="1280160"/>
            <a:ext cx="2560320" cy="2286000"/>
          </a:xfrm>
          <a:prstGeom prst="rect">
            <a:avLst/>
          </a:prstGeom>
          <a:solidFill>
            <a:srgbClr val="FFFFFF"/>
          </a:solidFill>
          <a:ln cap="flat" cmpd="sng" w="25400">
            <a:solidFill>
              <a:srgbClr val="93DC8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43"/>
          <p:cNvSpPr/>
          <p:nvPr/>
        </p:nvSpPr>
        <p:spPr>
          <a:xfrm>
            <a:off x="640080" y="1463040"/>
            <a:ext cx="25603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r>
              <a:rPr b="0" i="0" lang="en-US" sz="3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✨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43"/>
          <p:cNvSpPr/>
          <p:nvPr/>
        </p:nvSpPr>
        <p:spPr>
          <a:xfrm>
            <a:off x="640080" y="201168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93DC88"/>
              </a:buClr>
              <a:buSzPts val="2000"/>
              <a:buFont typeface="Rubik"/>
              <a:buNone/>
            </a:pPr>
            <a:r>
              <a:rPr b="1" lang="en-US" sz="2000">
                <a:solidFill>
                  <a:srgbClr val="93DC88"/>
                </a:solidFill>
                <a:latin typeface="Rubik"/>
                <a:ea typeface="Rubik"/>
                <a:cs typeface="Rubik"/>
                <a:sym typeface="Rubik"/>
              </a:rPr>
              <a:t>רכיב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43"/>
          <p:cNvSpPr/>
          <p:nvPr/>
        </p:nvSpPr>
        <p:spPr>
          <a:xfrm>
            <a:off x="777240" y="2514600"/>
            <a:ext cx="2286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292920"/>
              </a:buClr>
              <a:buSzPts val="1400"/>
              <a:buFont typeface="Rubik"/>
              <a:buNone/>
            </a:pPr>
            <a:r>
              <a:rPr lang="en-US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הדרך לעשות את זה היא להזין בפרומפט את ההוראות הרלוונטיות כדי שייצא תוכן תואם</a:t>
            </a:r>
            <a:endParaRPr>
              <a:solidFill>
                <a:srgbClr val="292920"/>
              </a:solidFill>
              <a:latin typeface="Rubik"/>
              <a:ea typeface="Rubik"/>
              <a:cs typeface="Rubik"/>
              <a:sym typeface="Rubik"/>
            </a:endParaRPr>
          </a:p>
        </p:txBody>
      </p:sp>
      <p:sp>
        <p:nvSpPr>
          <p:cNvPr id="364" name="Google Shape;364;p43"/>
          <p:cNvSpPr/>
          <p:nvPr/>
        </p:nvSpPr>
        <p:spPr>
          <a:xfrm>
            <a:off x="548640" y="374904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800"/>
              <a:buFont typeface="Rubik"/>
              <a:buNone/>
            </a:pPr>
            <a:r>
              <a:rPr b="0" i="1" lang="en-US" sz="1800" u="none" cap="none" strike="noStrike">
                <a:solidFill>
                  <a:srgbClr val="666666"/>
                </a:solidFill>
                <a:latin typeface="Rubik"/>
                <a:ea typeface="Rubik"/>
                <a:cs typeface="Rubik"/>
                <a:sym typeface="Rubik"/>
              </a:rPr>
              <a:t>שלושת המרכיבים יחד יוצרים את </a:t>
            </a:r>
            <a:r>
              <a:rPr i="1" lang="en-US" sz="1800">
                <a:solidFill>
                  <a:srgbClr val="666666"/>
                </a:solidFill>
                <a:latin typeface="Rubik"/>
                <a:ea typeface="Rubik"/>
                <a:cs typeface="Rubik"/>
                <a:sym typeface="Rubik"/>
              </a:rPr>
              <a:t>הערך בשקף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5" name="Google Shape;365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86848" y="1443263"/>
            <a:ext cx="588200" cy="58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44"/>
          <p:cNvSpPr/>
          <p:nvPr/>
        </p:nvSpPr>
        <p:spPr>
          <a:xfrm>
            <a:off x="365760" y="457200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292920"/>
              </a:buClr>
              <a:buSzPts val="3800"/>
              <a:buFont typeface="Rubik"/>
              <a:buNone/>
            </a:pPr>
            <a:r>
              <a:rPr b="1" lang="en-US" sz="2800">
                <a:solidFill>
                  <a:srgbClr val="292920"/>
                </a:solidFill>
                <a:latin typeface="Rubik"/>
                <a:ea typeface="Rubik"/>
                <a:cs typeface="Rubik"/>
                <a:sym typeface="Rubik"/>
              </a:rPr>
              <a:t>כותרת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44"/>
          <p:cNvSpPr/>
          <p:nvPr/>
        </p:nvSpPr>
        <p:spPr>
          <a:xfrm>
            <a:off x="6492240" y="1188720"/>
            <a:ext cx="2560320" cy="2377440"/>
          </a:xfrm>
          <a:prstGeom prst="rect">
            <a:avLst/>
          </a:prstGeom>
          <a:solidFill>
            <a:srgbClr val="2669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4"/>
          <p:cNvSpPr/>
          <p:nvPr/>
        </p:nvSpPr>
        <p:spPr>
          <a:xfrm>
            <a:off x="6492240" y="128016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1️⃣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44"/>
          <p:cNvSpPr/>
          <p:nvPr/>
        </p:nvSpPr>
        <p:spPr>
          <a:xfrm>
            <a:off x="6492240" y="173736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Rubik"/>
              <a:buNone/>
            </a:pPr>
            <a:r>
              <a:rPr b="1" lang="en-US" sz="24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שלב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44"/>
          <p:cNvSpPr/>
          <p:nvPr/>
        </p:nvSpPr>
        <p:spPr>
          <a:xfrm>
            <a:off x="6492240" y="219456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ubik"/>
              <a:buNone/>
            </a:pPr>
            <a:r>
              <a:rPr lang="en-US" sz="16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כותרת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44"/>
          <p:cNvSpPr/>
          <p:nvPr/>
        </p:nvSpPr>
        <p:spPr>
          <a:xfrm>
            <a:off x="6583680" y="2560320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Rubik"/>
              <a:buNone/>
            </a:pPr>
            <a:r>
              <a:rPr lang="en-US" sz="13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תיאור קצר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44"/>
          <p:cNvSpPr/>
          <p:nvPr/>
        </p:nvSpPr>
        <p:spPr>
          <a:xfrm>
            <a:off x="6045607" y="2194560"/>
            <a:ext cx="36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292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292920"/>
                </a:solidFill>
                <a:latin typeface="Arial"/>
                <a:ea typeface="Arial"/>
                <a:cs typeface="Arial"/>
                <a:sym typeface="Arial"/>
              </a:rPr>
              <a:t>←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44"/>
          <p:cNvSpPr/>
          <p:nvPr/>
        </p:nvSpPr>
        <p:spPr>
          <a:xfrm>
            <a:off x="3566160" y="1188720"/>
            <a:ext cx="2560320" cy="2377440"/>
          </a:xfrm>
          <a:prstGeom prst="rect">
            <a:avLst/>
          </a:prstGeom>
          <a:solidFill>
            <a:srgbClr val="FF70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44"/>
          <p:cNvSpPr/>
          <p:nvPr/>
        </p:nvSpPr>
        <p:spPr>
          <a:xfrm>
            <a:off x="3566160" y="128016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2️⃣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44"/>
          <p:cNvSpPr/>
          <p:nvPr/>
        </p:nvSpPr>
        <p:spPr>
          <a:xfrm>
            <a:off x="3566160" y="173736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ubik"/>
              <a:buNone/>
            </a:pPr>
            <a:r>
              <a:rPr b="1" lang="en-US" sz="2400">
                <a:latin typeface="Rubik"/>
                <a:ea typeface="Rubik"/>
                <a:cs typeface="Rubik"/>
                <a:sym typeface="Rubik"/>
              </a:rPr>
              <a:t>שלב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44"/>
          <p:cNvSpPr/>
          <p:nvPr/>
        </p:nvSpPr>
        <p:spPr>
          <a:xfrm>
            <a:off x="3566160" y="219456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ubik"/>
              <a:buNone/>
            </a:pPr>
            <a:r>
              <a:rPr lang="en-US" sz="1600">
                <a:latin typeface="Rubik"/>
                <a:ea typeface="Rubik"/>
                <a:cs typeface="Rubik"/>
                <a:sym typeface="Rubik"/>
              </a:rPr>
              <a:t>כותרת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44"/>
          <p:cNvSpPr/>
          <p:nvPr/>
        </p:nvSpPr>
        <p:spPr>
          <a:xfrm>
            <a:off x="3657600" y="2560320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ubik"/>
              <a:buNone/>
            </a:pPr>
            <a:r>
              <a:rPr lang="en-US" sz="1300">
                <a:latin typeface="Rubik"/>
                <a:ea typeface="Rubik"/>
                <a:cs typeface="Rubik"/>
                <a:sym typeface="Rubik"/>
              </a:rPr>
              <a:t>תיאור קצר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44"/>
          <p:cNvSpPr/>
          <p:nvPr/>
        </p:nvSpPr>
        <p:spPr>
          <a:xfrm>
            <a:off x="3119527" y="2194560"/>
            <a:ext cx="3657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9292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292920"/>
                </a:solidFill>
                <a:latin typeface="Arial"/>
                <a:ea typeface="Arial"/>
                <a:cs typeface="Arial"/>
                <a:sym typeface="Arial"/>
              </a:rPr>
              <a:t>←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44"/>
          <p:cNvSpPr/>
          <p:nvPr/>
        </p:nvSpPr>
        <p:spPr>
          <a:xfrm>
            <a:off x="640080" y="1188720"/>
            <a:ext cx="2560320" cy="2377440"/>
          </a:xfrm>
          <a:prstGeom prst="rect">
            <a:avLst/>
          </a:prstGeom>
          <a:solidFill>
            <a:srgbClr val="93DC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44"/>
          <p:cNvSpPr/>
          <p:nvPr/>
        </p:nvSpPr>
        <p:spPr>
          <a:xfrm>
            <a:off x="640080" y="128016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3️⃣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44"/>
          <p:cNvSpPr/>
          <p:nvPr/>
        </p:nvSpPr>
        <p:spPr>
          <a:xfrm>
            <a:off x="640080" y="1737360"/>
            <a:ext cx="2560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ubik"/>
              <a:buNone/>
            </a:pPr>
            <a:r>
              <a:rPr b="1" lang="en-US" sz="2400">
                <a:latin typeface="Rubik"/>
                <a:ea typeface="Rubik"/>
                <a:cs typeface="Rubik"/>
                <a:sym typeface="Rubik"/>
              </a:rPr>
              <a:t>שלב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7" name="Google Shape;387;p44"/>
          <p:cNvSpPr/>
          <p:nvPr/>
        </p:nvSpPr>
        <p:spPr>
          <a:xfrm>
            <a:off x="640080" y="2194560"/>
            <a:ext cx="2560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ubik"/>
              <a:buNone/>
            </a:pPr>
            <a:r>
              <a:rPr lang="en-US" sz="1600">
                <a:latin typeface="Rubik"/>
                <a:ea typeface="Rubik"/>
                <a:cs typeface="Rubik"/>
                <a:sym typeface="Rubik"/>
              </a:rPr>
              <a:t>כותרת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44"/>
          <p:cNvSpPr/>
          <p:nvPr/>
        </p:nvSpPr>
        <p:spPr>
          <a:xfrm>
            <a:off x="731520" y="2560320"/>
            <a:ext cx="2377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Rubik"/>
              <a:buNone/>
            </a:pPr>
            <a:r>
              <a:rPr lang="en-US" sz="1300">
                <a:latin typeface="Rubik"/>
                <a:ea typeface="Rubik"/>
                <a:cs typeface="Rubik"/>
                <a:sym typeface="Rubik"/>
              </a:rPr>
              <a:t>תיאור קצר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44"/>
          <p:cNvSpPr/>
          <p:nvPr/>
        </p:nvSpPr>
        <p:spPr>
          <a:xfrm>
            <a:off x="548640" y="3749040"/>
            <a:ext cx="8046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600"/>
              <a:buFont typeface="Rubik"/>
              <a:buNone/>
            </a:pPr>
            <a:r>
              <a:rPr b="0" i="1" lang="en-US" sz="1600" u="none" cap="none" strike="noStrike">
                <a:solidFill>
                  <a:srgbClr val="666666"/>
                </a:solidFill>
                <a:latin typeface="Rubik"/>
                <a:ea typeface="Rubik"/>
                <a:cs typeface="Rubik"/>
                <a:sym typeface="Rubik"/>
              </a:rPr>
              <a:t>שלושת הכלים </a:t>
            </a:r>
            <a:r>
              <a:rPr i="1" lang="en-US" sz="1600">
                <a:solidFill>
                  <a:srgbClr val="666666"/>
                </a:solidFill>
                <a:latin typeface="Rubik"/>
                <a:ea typeface="Rubik"/>
                <a:cs typeface="Rubik"/>
                <a:sym typeface="Rubik"/>
              </a:rPr>
              <a:t>השלבים </a:t>
            </a:r>
            <a:r>
              <a:rPr i="1" lang="en-US" sz="1600">
                <a:solidFill>
                  <a:srgbClr val="666666"/>
                </a:solidFill>
                <a:latin typeface="Rubik"/>
                <a:ea typeface="Rubik"/>
                <a:cs typeface="Rubik"/>
                <a:sym typeface="Rubik"/>
              </a:rPr>
              <a:t>המתארים</a:t>
            </a:r>
            <a:r>
              <a:rPr i="1" lang="en-US" sz="1600">
                <a:solidFill>
                  <a:srgbClr val="666666"/>
                </a:solidFill>
                <a:latin typeface="Rubik"/>
                <a:ea typeface="Rubik"/>
                <a:cs typeface="Rubik"/>
                <a:sym typeface="Rubik"/>
              </a:rPr>
              <a:t> תהליך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45"/>
          <p:cNvSpPr/>
          <p:nvPr/>
        </p:nvSpPr>
        <p:spPr>
          <a:xfrm>
            <a:off x="365760" y="457200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292920"/>
              </a:buClr>
              <a:buSzPts val="3800"/>
              <a:buFont typeface="Rubik"/>
              <a:buNone/>
            </a:pPr>
            <a:r>
              <a:rPr b="1" lang="en-US" sz="2800">
                <a:solidFill>
                  <a:srgbClr val="292920"/>
                </a:solidFill>
                <a:latin typeface="Rubik"/>
                <a:ea typeface="Rubik"/>
                <a:cs typeface="Rubik"/>
                <a:sym typeface="Rubik"/>
              </a:rPr>
              <a:t>כותרת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45"/>
          <p:cNvSpPr/>
          <p:nvPr/>
        </p:nvSpPr>
        <p:spPr>
          <a:xfrm>
            <a:off x="548640" y="1097280"/>
            <a:ext cx="8046720" cy="1005840"/>
          </a:xfrm>
          <a:prstGeom prst="rect">
            <a:avLst/>
          </a:prstGeom>
          <a:solidFill>
            <a:srgbClr val="FFEBEE"/>
          </a:solidFill>
          <a:ln cap="flat" cmpd="sng" w="12700">
            <a:solidFill>
              <a:srgbClr val="EF53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45"/>
          <p:cNvSpPr/>
          <p:nvPr/>
        </p:nvSpPr>
        <p:spPr>
          <a:xfrm>
            <a:off x="731520" y="114300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C62828"/>
              </a:buClr>
              <a:buSzPts val="1800"/>
              <a:buFont typeface="Rubik"/>
              <a:buNone/>
            </a:pPr>
            <a:r>
              <a:rPr b="1" i="0" lang="en-US" sz="1800" u="none" cap="none" strike="noStrike">
                <a:solidFill>
                  <a:srgbClr val="C62828"/>
                </a:solidFill>
                <a:latin typeface="Rubik"/>
                <a:ea typeface="Rubik"/>
                <a:cs typeface="Rubik"/>
                <a:sym typeface="Rubik"/>
              </a:rPr>
              <a:t>❌ הבעיה: הבעיה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45"/>
          <p:cNvSpPr/>
          <p:nvPr/>
        </p:nvSpPr>
        <p:spPr>
          <a:xfrm>
            <a:off x="731520" y="150876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292920"/>
              </a:buClr>
              <a:buSzPts val="1600"/>
              <a:buFont typeface="Rubik"/>
              <a:buNone/>
            </a:pPr>
            <a:r>
              <a:rPr lang="en-US" sz="1600">
                <a:solidFill>
                  <a:srgbClr val="292920"/>
                </a:solidFill>
                <a:latin typeface="Rubik"/>
                <a:ea typeface="Rubik"/>
                <a:cs typeface="Rubik"/>
                <a:sym typeface="Rubik"/>
              </a:rPr>
              <a:t>דוגמא למשהו שאינו טוב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45"/>
          <p:cNvSpPr/>
          <p:nvPr/>
        </p:nvSpPr>
        <p:spPr>
          <a:xfrm>
            <a:off x="548640" y="2240280"/>
            <a:ext cx="8046720" cy="1554480"/>
          </a:xfrm>
          <a:prstGeom prst="rect">
            <a:avLst/>
          </a:prstGeom>
          <a:solidFill>
            <a:srgbClr val="E8F5E9"/>
          </a:solidFill>
          <a:ln cap="flat" cmpd="sng" w="12700">
            <a:solidFill>
              <a:srgbClr val="66BB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45"/>
          <p:cNvSpPr/>
          <p:nvPr/>
        </p:nvSpPr>
        <p:spPr>
          <a:xfrm>
            <a:off x="731520" y="233172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2E7D32"/>
              </a:buClr>
              <a:buSzPts val="1800"/>
              <a:buFont typeface="Rubik"/>
              <a:buNone/>
            </a:pPr>
            <a:r>
              <a:rPr b="1" i="0" lang="en-US" sz="1800" u="none" cap="none" strike="noStrike">
                <a:solidFill>
                  <a:srgbClr val="2E7D32"/>
                </a:solidFill>
                <a:latin typeface="Rubik"/>
                <a:ea typeface="Rubik"/>
                <a:cs typeface="Rubik"/>
                <a:sym typeface="Rubik"/>
              </a:rPr>
              <a:t>✅ הפתרון: </a:t>
            </a:r>
            <a:r>
              <a:rPr b="1" lang="en-US" sz="1800">
                <a:solidFill>
                  <a:srgbClr val="2E7D32"/>
                </a:solidFill>
                <a:latin typeface="Rubik"/>
                <a:ea typeface="Rubik"/>
                <a:cs typeface="Rubik"/>
                <a:sym typeface="Rubik"/>
              </a:rPr>
              <a:t>כותרת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45"/>
          <p:cNvSpPr/>
          <p:nvPr/>
        </p:nvSpPr>
        <p:spPr>
          <a:xfrm>
            <a:off x="731520" y="269748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292920"/>
              </a:buClr>
              <a:buSzPts val="1600"/>
              <a:buFont typeface="Rubik"/>
              <a:buNone/>
            </a:pPr>
            <a:r>
              <a:rPr lang="en-US" sz="1600">
                <a:solidFill>
                  <a:srgbClr val="292920"/>
                </a:solidFill>
                <a:latin typeface="Rubik"/>
                <a:ea typeface="Rubik"/>
                <a:cs typeface="Rubik"/>
                <a:sym typeface="Rubik"/>
              </a:rPr>
              <a:t>דוגמא למשהו שהוא ממש טוב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45"/>
          <p:cNvSpPr/>
          <p:nvPr/>
        </p:nvSpPr>
        <p:spPr>
          <a:xfrm>
            <a:off x="1097280" y="3108960"/>
            <a:ext cx="6949440" cy="548640"/>
          </a:xfrm>
          <a:prstGeom prst="rect">
            <a:avLst/>
          </a:prstGeom>
          <a:solidFill>
            <a:srgbClr val="26323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45"/>
          <p:cNvSpPr/>
          <p:nvPr/>
        </p:nvSpPr>
        <p:spPr>
          <a:xfrm>
            <a:off x="1280160" y="3108960"/>
            <a:ext cx="65836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3DC88"/>
              </a:buClr>
              <a:buSzPts val="1200"/>
              <a:buFont typeface="Consolas"/>
              <a:buNone/>
            </a:pPr>
            <a:r>
              <a:rPr lang="en-US" sz="1200">
                <a:solidFill>
                  <a:srgbClr val="93DC88"/>
                </a:solidFill>
                <a:latin typeface="Consolas"/>
                <a:ea typeface="Consolas"/>
                <a:cs typeface="Consolas"/>
                <a:sym typeface="Consolas"/>
              </a:rPr>
              <a:t>an example to prompt or text that can be good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45"/>
          <p:cNvSpPr/>
          <p:nvPr/>
        </p:nvSpPr>
        <p:spPr>
          <a:xfrm>
            <a:off x="548640" y="3931920"/>
            <a:ext cx="8046720" cy="594360"/>
          </a:xfrm>
          <a:prstGeom prst="rect">
            <a:avLst/>
          </a:prstGeom>
          <a:solidFill>
            <a:srgbClr val="2669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45"/>
          <p:cNvSpPr/>
          <p:nvPr/>
        </p:nvSpPr>
        <p:spPr>
          <a:xfrm>
            <a:off x="731520" y="3931920"/>
            <a:ext cx="768096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ubik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💡 טיפ: </a:t>
            </a:r>
            <a:r>
              <a:rPr b="1" lang="en-US" sz="1600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תיאור של משהו שיעזור לאנשים לממש את הפתרון הטוב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p46"/>
          <p:cNvSpPr/>
          <p:nvPr/>
        </p:nvSpPr>
        <p:spPr>
          <a:xfrm>
            <a:off x="365760" y="457200"/>
            <a:ext cx="74980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292920"/>
              </a:buClr>
              <a:buSzPts val="3800"/>
              <a:buFont typeface="Rubik"/>
              <a:buNone/>
            </a:pPr>
            <a:r>
              <a:rPr b="1" i="0" lang="en-US" sz="2800" u="none" cap="none" strike="noStrike">
                <a:solidFill>
                  <a:srgbClr val="292920"/>
                </a:solidFill>
                <a:latin typeface="Rubik"/>
                <a:ea typeface="Rubik"/>
                <a:cs typeface="Rubik"/>
                <a:sym typeface="Rubik"/>
              </a:rPr>
              <a:t>יצירת Brand Book ראשוני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46"/>
          <p:cNvSpPr/>
          <p:nvPr/>
        </p:nvSpPr>
        <p:spPr>
          <a:xfrm>
            <a:off x="7955280" y="1097280"/>
            <a:ext cx="457200" cy="457200"/>
          </a:xfrm>
          <a:prstGeom prst="ellipse">
            <a:avLst/>
          </a:prstGeom>
          <a:solidFill>
            <a:srgbClr val="2669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46"/>
          <p:cNvSpPr/>
          <p:nvPr/>
        </p:nvSpPr>
        <p:spPr>
          <a:xfrm>
            <a:off x="7955280" y="109728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ubik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1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46"/>
          <p:cNvSpPr/>
          <p:nvPr/>
        </p:nvSpPr>
        <p:spPr>
          <a:xfrm>
            <a:off x="1645920" y="1051560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292920"/>
              </a:buClr>
              <a:buSzPts val="1800"/>
              <a:buFont typeface="Rubik"/>
              <a:buNone/>
            </a:pPr>
            <a:r>
              <a:rPr b="1" i="0" lang="en-US" sz="1800" u="none" cap="none" strike="noStrike">
                <a:solidFill>
                  <a:srgbClr val="292920"/>
                </a:solidFill>
                <a:latin typeface="Rubik"/>
                <a:ea typeface="Rubik"/>
                <a:cs typeface="Rubik"/>
                <a:sym typeface="Rubik"/>
              </a:rPr>
              <a:t>זהות מילולית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46"/>
          <p:cNvSpPr/>
          <p:nvPr/>
        </p:nvSpPr>
        <p:spPr>
          <a:xfrm>
            <a:off x="1645920" y="1371600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ubik"/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Rubik"/>
                <a:ea typeface="Rubik"/>
                <a:cs typeface="Rubik"/>
                <a:sym typeface="Rubik"/>
              </a:rPr>
              <a:t>בחרו שם, סלוגן וכתבו את "סיפור המותג"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46"/>
          <p:cNvSpPr/>
          <p:nvPr/>
        </p:nvSpPr>
        <p:spPr>
          <a:xfrm>
            <a:off x="548640" y="1188720"/>
            <a:ext cx="1005840" cy="365760"/>
          </a:xfrm>
          <a:prstGeom prst="roundRect">
            <a:avLst>
              <a:gd fmla="val 12500" name="adj"/>
            </a:avLst>
          </a:prstGeom>
          <a:solidFill>
            <a:srgbClr val="2669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p46"/>
          <p:cNvSpPr/>
          <p:nvPr/>
        </p:nvSpPr>
        <p:spPr>
          <a:xfrm>
            <a:off x="548640" y="1188720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ubik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Gemini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46"/>
          <p:cNvSpPr/>
          <p:nvPr/>
        </p:nvSpPr>
        <p:spPr>
          <a:xfrm>
            <a:off x="7955280" y="1810512"/>
            <a:ext cx="457200" cy="457200"/>
          </a:xfrm>
          <a:prstGeom prst="ellipse">
            <a:avLst/>
          </a:prstGeom>
          <a:solidFill>
            <a:srgbClr val="FF70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46"/>
          <p:cNvSpPr/>
          <p:nvPr/>
        </p:nvSpPr>
        <p:spPr>
          <a:xfrm>
            <a:off x="7955280" y="181051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ubik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46"/>
          <p:cNvSpPr/>
          <p:nvPr/>
        </p:nvSpPr>
        <p:spPr>
          <a:xfrm>
            <a:off x="1645920" y="1764792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292920"/>
              </a:buClr>
              <a:buSzPts val="1800"/>
              <a:buFont typeface="Rubik"/>
              <a:buNone/>
            </a:pPr>
            <a:r>
              <a:rPr b="1" i="0" lang="en-US" sz="1800" u="none" cap="none" strike="noStrike">
                <a:solidFill>
                  <a:srgbClr val="292920"/>
                </a:solidFill>
                <a:latin typeface="Rubik"/>
                <a:ea typeface="Rubik"/>
                <a:cs typeface="Rubik"/>
                <a:sym typeface="Rubik"/>
              </a:rPr>
              <a:t>לוגו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46"/>
          <p:cNvSpPr/>
          <p:nvPr/>
        </p:nvSpPr>
        <p:spPr>
          <a:xfrm>
            <a:off x="1645920" y="2084832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ubik"/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Rubik"/>
                <a:ea typeface="Rubik"/>
                <a:cs typeface="Rubik"/>
                <a:sym typeface="Rubik"/>
              </a:rPr>
              <a:t>צרו לוגו שמשדר את ערכי המותג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46"/>
          <p:cNvSpPr/>
          <p:nvPr/>
        </p:nvSpPr>
        <p:spPr>
          <a:xfrm>
            <a:off x="548640" y="1901952"/>
            <a:ext cx="1005840" cy="365760"/>
          </a:xfrm>
          <a:prstGeom prst="roundRect">
            <a:avLst>
              <a:gd fmla="val 12500" name="adj"/>
            </a:avLst>
          </a:prstGeom>
          <a:solidFill>
            <a:srgbClr val="FF70A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46"/>
          <p:cNvSpPr/>
          <p:nvPr/>
        </p:nvSpPr>
        <p:spPr>
          <a:xfrm>
            <a:off x="548640" y="1901952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Rubik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Nano Banana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46"/>
          <p:cNvSpPr/>
          <p:nvPr/>
        </p:nvSpPr>
        <p:spPr>
          <a:xfrm>
            <a:off x="7955280" y="2523744"/>
            <a:ext cx="457200" cy="457200"/>
          </a:xfrm>
          <a:prstGeom prst="ellipse">
            <a:avLst/>
          </a:prstGeom>
          <a:solidFill>
            <a:srgbClr val="93DC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5" name="Google Shape;425;p46"/>
          <p:cNvSpPr/>
          <p:nvPr/>
        </p:nvSpPr>
        <p:spPr>
          <a:xfrm>
            <a:off x="7955280" y="252374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ubik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46"/>
          <p:cNvSpPr/>
          <p:nvPr/>
        </p:nvSpPr>
        <p:spPr>
          <a:xfrm>
            <a:off x="1645920" y="2478024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292920"/>
              </a:buClr>
              <a:buSzPts val="1800"/>
              <a:buFont typeface="Rubik"/>
              <a:buNone/>
            </a:pPr>
            <a:r>
              <a:rPr b="1" i="0" lang="en-US" sz="1800" u="none" cap="none" strike="noStrike">
                <a:solidFill>
                  <a:srgbClr val="292920"/>
                </a:solidFill>
                <a:latin typeface="Rubik"/>
                <a:ea typeface="Rubik"/>
                <a:cs typeface="Rubik"/>
                <a:sym typeface="Rubik"/>
              </a:rPr>
              <a:t>שפה עיצובית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46"/>
          <p:cNvSpPr/>
          <p:nvPr/>
        </p:nvSpPr>
        <p:spPr>
          <a:xfrm>
            <a:off x="1645920" y="2798064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ubik"/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Rubik"/>
                <a:ea typeface="Rubik"/>
                <a:cs typeface="Rubik"/>
                <a:sym typeface="Rubik"/>
              </a:rPr>
              <a:t>הגדירו פלטת צבעים + 2-3 תמונות אווירה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46"/>
          <p:cNvSpPr/>
          <p:nvPr/>
        </p:nvSpPr>
        <p:spPr>
          <a:xfrm>
            <a:off x="548640" y="2615184"/>
            <a:ext cx="1005840" cy="365760"/>
          </a:xfrm>
          <a:prstGeom prst="roundRect">
            <a:avLst>
              <a:gd fmla="val 12500" name="adj"/>
            </a:avLst>
          </a:prstGeom>
          <a:solidFill>
            <a:srgbClr val="93DC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" name="Google Shape;429;p46"/>
          <p:cNvSpPr/>
          <p:nvPr/>
        </p:nvSpPr>
        <p:spPr>
          <a:xfrm>
            <a:off x="548640" y="2615184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ubik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Nano Banana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46"/>
          <p:cNvSpPr/>
          <p:nvPr/>
        </p:nvSpPr>
        <p:spPr>
          <a:xfrm>
            <a:off x="7955280" y="3236976"/>
            <a:ext cx="457200" cy="457200"/>
          </a:xfrm>
          <a:prstGeom prst="ellipse">
            <a:avLst/>
          </a:prstGeom>
          <a:solidFill>
            <a:srgbClr val="2669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1" name="Google Shape;431;p46"/>
          <p:cNvSpPr/>
          <p:nvPr/>
        </p:nvSpPr>
        <p:spPr>
          <a:xfrm>
            <a:off x="7955280" y="323697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ubik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46"/>
          <p:cNvSpPr/>
          <p:nvPr/>
        </p:nvSpPr>
        <p:spPr>
          <a:xfrm>
            <a:off x="1645920" y="3191256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292920"/>
              </a:buClr>
              <a:buSzPts val="1800"/>
              <a:buFont typeface="Rubik"/>
              <a:buNone/>
            </a:pPr>
            <a:r>
              <a:rPr b="1" i="0" lang="en-US" sz="1800" u="none" cap="none" strike="noStrike">
                <a:solidFill>
                  <a:srgbClr val="292920"/>
                </a:solidFill>
                <a:latin typeface="Rubik"/>
                <a:ea typeface="Rubik"/>
                <a:cs typeface="Rubik"/>
                <a:sym typeface="Rubik"/>
              </a:rPr>
              <a:t>איחוד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46"/>
          <p:cNvSpPr/>
          <p:nvPr/>
        </p:nvSpPr>
        <p:spPr>
          <a:xfrm>
            <a:off x="1645920" y="3511296"/>
            <a:ext cx="6126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400"/>
              <a:buFont typeface="Rubik"/>
              <a:buNone/>
            </a:pPr>
            <a:r>
              <a:rPr b="0" i="0" lang="en-US" sz="1400" u="none" cap="none" strike="noStrike">
                <a:solidFill>
                  <a:srgbClr val="666666"/>
                </a:solidFill>
                <a:latin typeface="Rubik"/>
                <a:ea typeface="Rubik"/>
                <a:cs typeface="Rubik"/>
                <a:sym typeface="Rubik"/>
              </a:rPr>
              <a:t>סדרו את הכל בדף אחד מעוצב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46"/>
          <p:cNvSpPr/>
          <p:nvPr/>
        </p:nvSpPr>
        <p:spPr>
          <a:xfrm>
            <a:off x="548640" y="3328416"/>
            <a:ext cx="1005840" cy="365760"/>
          </a:xfrm>
          <a:prstGeom prst="roundRect">
            <a:avLst>
              <a:gd fmla="val 12500" name="adj"/>
            </a:avLst>
          </a:prstGeom>
          <a:solidFill>
            <a:srgbClr val="2669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46"/>
          <p:cNvSpPr/>
          <p:nvPr/>
        </p:nvSpPr>
        <p:spPr>
          <a:xfrm>
            <a:off x="548640" y="3328416"/>
            <a:ext cx="10058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Rubik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Canva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46"/>
          <p:cNvSpPr/>
          <p:nvPr/>
        </p:nvSpPr>
        <p:spPr>
          <a:xfrm>
            <a:off x="548640" y="3931920"/>
            <a:ext cx="8046720" cy="548640"/>
          </a:xfrm>
          <a:prstGeom prst="rect">
            <a:avLst/>
          </a:prstGeom>
          <a:solidFill>
            <a:srgbClr val="2669F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7" name="Google Shape;437;p46"/>
          <p:cNvSpPr/>
          <p:nvPr/>
        </p:nvSpPr>
        <p:spPr>
          <a:xfrm>
            <a:off x="731520" y="3931920"/>
            <a:ext cx="76809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ubik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Rubik"/>
                <a:ea typeface="Rubik"/>
                <a:cs typeface="Rubik"/>
                <a:sym typeface="Rubik"/>
              </a:rPr>
              <a:t>🎯 המשימה שלכם: ליצור את ה-Brand Book הראשון למיזם שלכם!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7"/>
          <p:cNvSpPr/>
          <p:nvPr/>
        </p:nvSpPr>
        <p:spPr>
          <a:xfrm>
            <a:off x="548640" y="548640"/>
            <a:ext cx="71323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ubik"/>
              <a:buNone/>
            </a:pPr>
            <a:r>
              <a:rPr b="1" lang="en-US" sz="28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כותרת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47"/>
          <p:cNvSpPr/>
          <p:nvPr/>
        </p:nvSpPr>
        <p:spPr>
          <a:xfrm>
            <a:off x="548640" y="1280160"/>
            <a:ext cx="8046720" cy="2011680"/>
          </a:xfrm>
          <a:prstGeom prst="rect">
            <a:avLst/>
          </a:prstGeom>
          <a:solidFill>
            <a:srgbClr val="FFFFFF">
              <a:alpha val="90196"/>
            </a:srgbClr>
          </a:solidFill>
          <a:ln cap="flat" cmpd="sng" w="12700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" name="Google Shape;445;p47"/>
          <p:cNvSpPr/>
          <p:nvPr/>
        </p:nvSpPr>
        <p:spPr>
          <a:xfrm>
            <a:off x="731520" y="1371600"/>
            <a:ext cx="76809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Rubik"/>
              <a:buNone/>
            </a:pPr>
            <a:r>
              <a:rPr b="1" lang="en-US" sz="18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כותרת משנה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47"/>
          <p:cNvSpPr/>
          <p:nvPr/>
        </p:nvSpPr>
        <p:spPr>
          <a:xfrm>
            <a:off x="914400" y="17830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ubik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✓ </a:t>
            </a:r>
            <a:r>
              <a:rPr lang="en-US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דבר ראשון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47"/>
          <p:cNvSpPr/>
          <p:nvPr/>
        </p:nvSpPr>
        <p:spPr>
          <a:xfrm>
            <a:off x="914400" y="21488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ubik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✓ </a:t>
            </a:r>
            <a:r>
              <a:rPr lang="en-US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דבר שני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47"/>
          <p:cNvSpPr/>
          <p:nvPr/>
        </p:nvSpPr>
        <p:spPr>
          <a:xfrm>
            <a:off x="914400" y="251460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ubik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✓ </a:t>
            </a:r>
            <a:r>
              <a:rPr lang="en-US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דבר שלישי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47"/>
          <p:cNvSpPr/>
          <p:nvPr/>
        </p:nvSpPr>
        <p:spPr>
          <a:xfrm>
            <a:off x="914400" y="288036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Rubik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✓ </a:t>
            </a:r>
            <a:r>
              <a:rPr lang="en-US" sz="16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rPr>
              <a:t>דבר רביעי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47"/>
          <p:cNvSpPr/>
          <p:nvPr/>
        </p:nvSpPr>
        <p:spPr>
          <a:xfrm>
            <a:off x="548640" y="3474720"/>
            <a:ext cx="8046720" cy="914400"/>
          </a:xfrm>
          <a:prstGeom prst="rect">
            <a:avLst/>
          </a:prstGeom>
          <a:solidFill>
            <a:srgbClr val="93DC8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47"/>
          <p:cNvSpPr/>
          <p:nvPr/>
        </p:nvSpPr>
        <p:spPr>
          <a:xfrm>
            <a:off x="731520" y="3520440"/>
            <a:ext cx="76809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Rubik"/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Rubik"/>
                <a:ea typeface="Rubik"/>
                <a:cs typeface="Rubik"/>
                <a:sym typeface="Rubik"/>
              </a:rPr>
              <a:t>🤔 שאלה למחשבה: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47"/>
          <p:cNvSpPr/>
          <p:nvPr/>
        </p:nvSpPr>
        <p:spPr>
          <a:xfrm>
            <a:off x="731520" y="3840480"/>
            <a:ext cx="76809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1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Rubik"/>
              <a:buNone/>
            </a:pPr>
            <a:r>
              <a:rPr lang="en-US" sz="1800">
                <a:latin typeface="Rubik"/>
                <a:ea typeface="Rubik"/>
                <a:cs typeface="Rubik"/>
                <a:sym typeface="Rubik"/>
              </a:rPr>
              <a:t>פה צריך לכתוב שאלה מעניינת שיכולה לסקרן את הכיתה?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Kidma">
  <a:themeElements>
    <a:clrScheme name="Simple Light">
      <a:dk1>
        <a:srgbClr val="292920"/>
      </a:dk1>
      <a:lt1>
        <a:srgbClr val="FFFFFF"/>
      </a:lt1>
      <a:dk2>
        <a:srgbClr val="666666"/>
      </a:dk2>
      <a:lt2>
        <a:srgbClr val="F3F3F3"/>
      </a:lt2>
      <a:accent1>
        <a:srgbClr val="2669F6"/>
      </a:accent1>
      <a:accent2>
        <a:srgbClr val="93DC88"/>
      </a:accent2>
      <a:accent3>
        <a:srgbClr val="FF70A3"/>
      </a:accent3>
      <a:accent4>
        <a:srgbClr val="FFAF60"/>
      </a:accent4>
      <a:accent5>
        <a:srgbClr val="0097A7"/>
      </a:accent5>
      <a:accent6>
        <a:srgbClr val="FF00FF"/>
      </a:accent6>
      <a:hlink>
        <a:srgbClr val="99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